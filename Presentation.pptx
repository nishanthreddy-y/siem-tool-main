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8"/>
  </p:notesMasterIdLst>
  <p:sldIdLst>
    <p:sldId id="2767" r:id="rId5"/>
    <p:sldId id="257" r:id="rId6"/>
    <p:sldId id="258" r:id="rId7"/>
    <p:sldId id="259" r:id="rId8"/>
    <p:sldId id="260" r:id="rId9"/>
    <p:sldId id="261" r:id="rId10"/>
    <p:sldId id="269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770" r:id="rId19"/>
    <p:sldId id="2768" r:id="rId20"/>
    <p:sldId id="2769" r:id="rId21"/>
    <p:sldId id="2771" r:id="rId22"/>
    <p:sldId id="2772" r:id="rId23"/>
    <p:sldId id="2773" r:id="rId24"/>
    <p:sldId id="2774" r:id="rId25"/>
    <p:sldId id="2775" r:id="rId26"/>
    <p:sldId id="27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28ADDF-5595-4D6D-B8B3-5F6E38A18467}" v="97" dt="2026-10-04T22:12:28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95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Reddy" userId="e5ec7e2074c869ac" providerId="LiveId" clId="{11D60139-647E-485B-9EF7-892AB6713A5C}"/>
    <pc:docChg chg="undo custSel addSld modSld sldOrd">
      <pc:chgData name="Nandini Reddy" userId="e5ec7e2074c869ac" providerId="LiveId" clId="{11D60139-647E-485B-9EF7-892AB6713A5C}" dt="2026-10-04T22:23:39.528" v="2282" actId="20577"/>
      <pc:docMkLst>
        <pc:docMk/>
      </pc:docMkLst>
      <pc:sldChg chg="addSp delSp modSp mod">
        <pc:chgData name="Nandini Reddy" userId="e5ec7e2074c869ac" providerId="LiveId" clId="{11D60139-647E-485B-9EF7-892AB6713A5C}" dt="2026-10-04T22:20:07.763" v="2255" actId="255"/>
        <pc:sldMkLst>
          <pc:docMk/>
          <pc:sldMk cId="4216523365" sldId="257"/>
        </pc:sldMkLst>
        <pc:spChg chg="del mod">
          <ac:chgData name="Nandini Reddy" userId="e5ec7e2074c869ac" providerId="LiveId" clId="{11D60139-647E-485B-9EF7-892AB6713A5C}" dt="2026-10-04T20:14:31.920" v="391" actId="931"/>
          <ac:spMkLst>
            <pc:docMk/>
            <pc:sldMk cId="4216523365" sldId="257"/>
            <ac:spMk id="3" creationId="{432C04E6-B771-F1FA-85F4-B7984DE55A8E}"/>
          </ac:spMkLst>
        </pc:spChg>
        <pc:spChg chg="del">
          <ac:chgData name="Nandini Reddy" userId="e5ec7e2074c869ac" providerId="LiveId" clId="{11D60139-647E-485B-9EF7-892AB6713A5C}" dt="2026-10-04T22:01:27.513" v="2174" actId="21"/>
          <ac:spMkLst>
            <pc:docMk/>
            <pc:sldMk cId="4216523365" sldId="257"/>
            <ac:spMk id="4" creationId="{24E602D5-209F-C183-95CC-735D34DC9419}"/>
          </ac:spMkLst>
        </pc:spChg>
        <pc:spChg chg="del">
          <ac:chgData name="Nandini Reddy" userId="e5ec7e2074c869ac" providerId="LiveId" clId="{11D60139-647E-485B-9EF7-892AB6713A5C}" dt="2026-10-04T21:06:14.124" v="1315" actId="21"/>
          <ac:spMkLst>
            <pc:docMk/>
            <pc:sldMk cId="4216523365" sldId="257"/>
            <ac:spMk id="5" creationId="{1998326A-C836-F80E-4EAB-FB475085E38E}"/>
          </ac:spMkLst>
        </pc:spChg>
        <pc:spChg chg="mod">
          <ac:chgData name="Nandini Reddy" userId="e5ec7e2074c869ac" providerId="LiveId" clId="{11D60139-647E-485B-9EF7-892AB6713A5C}" dt="2026-10-04T22:02:07.485" v="2180" actId="2"/>
          <ac:spMkLst>
            <pc:docMk/>
            <pc:sldMk cId="4216523365" sldId="257"/>
            <ac:spMk id="8" creationId="{AACCB36C-2FB3-90AA-3B53-7F746AD0A4D6}"/>
          </ac:spMkLst>
        </pc:spChg>
        <pc:spChg chg="add del mod">
          <ac:chgData name="Nandini Reddy" userId="e5ec7e2074c869ac" providerId="LiveId" clId="{11D60139-647E-485B-9EF7-892AB6713A5C}" dt="2026-10-04T20:50:43.435" v="1191" actId="21"/>
          <ac:spMkLst>
            <pc:docMk/>
            <pc:sldMk cId="4216523365" sldId="257"/>
            <ac:spMk id="10" creationId="{CBA79F87-2F76-1B38-79B6-1B0DC0C19D9C}"/>
          </ac:spMkLst>
        </pc:spChg>
        <pc:spChg chg="add mod">
          <ac:chgData name="Nandini Reddy" userId="e5ec7e2074c869ac" providerId="LiveId" clId="{11D60139-647E-485B-9EF7-892AB6713A5C}" dt="2026-10-04T22:20:07.763" v="2255" actId="255"/>
          <ac:spMkLst>
            <pc:docMk/>
            <pc:sldMk cId="4216523365" sldId="257"/>
            <ac:spMk id="11" creationId="{2D4B34EA-9DE1-2551-8C54-5FCDB08347A5}"/>
          </ac:spMkLst>
        </pc:spChg>
        <pc:picChg chg="add del mod ord">
          <ac:chgData name="Nandini Reddy" userId="e5ec7e2074c869ac" providerId="LiveId" clId="{11D60139-647E-485B-9EF7-892AB6713A5C}" dt="2026-10-04T20:50:39.893" v="1190" actId="21"/>
          <ac:picMkLst>
            <pc:docMk/>
            <pc:sldMk cId="4216523365" sldId="257"/>
            <ac:picMk id="7" creationId="{EBE57CD5-C4D3-78CD-E40D-5229176F328F}"/>
          </ac:picMkLst>
        </pc:picChg>
      </pc:sldChg>
      <pc:sldChg chg="delSp modSp mod">
        <pc:chgData name="Nandini Reddy" userId="e5ec7e2074c869ac" providerId="LiveId" clId="{11D60139-647E-485B-9EF7-892AB6713A5C}" dt="2026-10-04T22:19:50.022" v="2253" actId="14100"/>
        <pc:sldMkLst>
          <pc:docMk/>
          <pc:sldMk cId="3313450045" sldId="258"/>
        </pc:sldMkLst>
        <pc:spChg chg="mod">
          <ac:chgData name="Nandini Reddy" userId="e5ec7e2074c869ac" providerId="LiveId" clId="{11D60139-647E-485B-9EF7-892AB6713A5C}" dt="2026-10-04T22:19:42.519" v="2251" actId="255"/>
          <ac:spMkLst>
            <pc:docMk/>
            <pc:sldMk cId="3313450045" sldId="258"/>
            <ac:spMk id="2" creationId="{8AA144A5-0283-F980-85F3-EE51746FC4CD}"/>
          </ac:spMkLst>
        </pc:spChg>
        <pc:spChg chg="mod">
          <ac:chgData name="Nandini Reddy" userId="e5ec7e2074c869ac" providerId="LiveId" clId="{11D60139-647E-485B-9EF7-892AB6713A5C}" dt="2026-10-04T22:19:24.222" v="2248" actId="255"/>
          <ac:spMkLst>
            <pc:docMk/>
            <pc:sldMk cId="3313450045" sldId="258"/>
            <ac:spMk id="3" creationId="{1A385359-5FD3-D5C8-1467-F7082543AA4C}"/>
          </ac:spMkLst>
        </pc:spChg>
        <pc:spChg chg="del">
          <ac:chgData name="Nandini Reddy" userId="e5ec7e2074c869ac" providerId="LiveId" clId="{11D60139-647E-485B-9EF7-892AB6713A5C}" dt="2026-10-04T22:01:24.322" v="2173" actId="21"/>
          <ac:spMkLst>
            <pc:docMk/>
            <pc:sldMk cId="3313450045" sldId="258"/>
            <ac:spMk id="4" creationId="{A3466051-9A8D-AB51-EEFB-7677CCB2BB1B}"/>
          </ac:spMkLst>
        </pc:spChg>
        <pc:spChg chg="del">
          <ac:chgData name="Nandini Reddy" userId="e5ec7e2074c869ac" providerId="LiveId" clId="{11D60139-647E-485B-9EF7-892AB6713A5C}" dt="2026-10-04T21:17:11.761" v="1552" actId="21"/>
          <ac:spMkLst>
            <pc:docMk/>
            <pc:sldMk cId="3313450045" sldId="258"/>
            <ac:spMk id="5" creationId="{B60A6235-3D99-C9B4-4037-D7F62E83EAFF}"/>
          </ac:spMkLst>
        </pc:spChg>
        <pc:picChg chg="mod">
          <ac:chgData name="Nandini Reddy" userId="e5ec7e2074c869ac" providerId="LiveId" clId="{11D60139-647E-485B-9EF7-892AB6713A5C}" dt="2026-10-04T22:19:50.022" v="2253" actId="14100"/>
          <ac:picMkLst>
            <pc:docMk/>
            <pc:sldMk cId="3313450045" sldId="258"/>
            <ac:picMk id="6" creationId="{F89F5A20-EE3C-FB44-E2F2-3404DD866E67}"/>
          </ac:picMkLst>
        </pc:picChg>
      </pc:sldChg>
      <pc:sldChg chg="addSp delSp modSp mod">
        <pc:chgData name="Nandini Reddy" userId="e5ec7e2074c869ac" providerId="LiveId" clId="{11D60139-647E-485B-9EF7-892AB6713A5C}" dt="2026-10-04T22:19:07.430" v="2246" actId="113"/>
        <pc:sldMkLst>
          <pc:docMk/>
          <pc:sldMk cId="1471035344" sldId="259"/>
        </pc:sldMkLst>
        <pc:spChg chg="del mod">
          <ac:chgData name="Nandini Reddy" userId="e5ec7e2074c869ac" providerId="LiveId" clId="{11D60139-647E-485B-9EF7-892AB6713A5C}" dt="2026-10-04T20:56:49.938" v="1273" actId="21"/>
          <ac:spMkLst>
            <pc:docMk/>
            <pc:sldMk cId="1471035344" sldId="259"/>
            <ac:spMk id="2" creationId="{B2E133A0-1764-3DC0-A9D7-7733B04AFC75}"/>
          </ac:spMkLst>
        </pc:spChg>
        <pc:spChg chg="del mod">
          <ac:chgData name="Nandini Reddy" userId="e5ec7e2074c869ac" providerId="LiveId" clId="{11D60139-647E-485B-9EF7-892AB6713A5C}" dt="2026-10-04T20:55:36.464" v="1256" actId="21"/>
          <ac:spMkLst>
            <pc:docMk/>
            <pc:sldMk cId="1471035344" sldId="259"/>
            <ac:spMk id="3" creationId="{8DC6822A-D1D9-EA6C-D8F4-6F6AB9565D17}"/>
          </ac:spMkLst>
        </pc:spChg>
        <pc:spChg chg="del">
          <ac:chgData name="Nandini Reddy" userId="e5ec7e2074c869ac" providerId="LiveId" clId="{11D60139-647E-485B-9EF7-892AB6713A5C}" dt="2026-10-04T22:01:20.165" v="2172" actId="21"/>
          <ac:spMkLst>
            <pc:docMk/>
            <pc:sldMk cId="1471035344" sldId="259"/>
            <ac:spMk id="4" creationId="{D8F20E4A-2DA7-367F-889E-11AF801A382F}"/>
          </ac:spMkLst>
        </pc:spChg>
        <pc:spChg chg="del">
          <ac:chgData name="Nandini Reddy" userId="e5ec7e2074c869ac" providerId="LiveId" clId="{11D60139-647E-485B-9EF7-892AB6713A5C}" dt="2026-10-04T21:00:36.259" v="1314" actId="21"/>
          <ac:spMkLst>
            <pc:docMk/>
            <pc:sldMk cId="1471035344" sldId="259"/>
            <ac:spMk id="5" creationId="{73D0C200-7BBC-B1AA-6E27-4596490E6089}"/>
          </ac:spMkLst>
        </pc:spChg>
        <pc:spChg chg="add del mod">
          <ac:chgData name="Nandini Reddy" userId="e5ec7e2074c869ac" providerId="LiveId" clId="{11D60139-647E-485B-9EF7-892AB6713A5C}" dt="2026-10-04T20:55:40.322" v="1257" actId="21"/>
          <ac:spMkLst>
            <pc:docMk/>
            <pc:sldMk cId="1471035344" sldId="259"/>
            <ac:spMk id="8" creationId="{8C7D66E3-6E8C-7D21-B953-F9D1C92720F2}"/>
          </ac:spMkLst>
        </pc:spChg>
        <pc:spChg chg="add mod">
          <ac:chgData name="Nandini Reddy" userId="e5ec7e2074c869ac" providerId="LiveId" clId="{11D60139-647E-485B-9EF7-892AB6713A5C}" dt="2026-10-04T20:55:52.049" v="1260"/>
          <ac:spMkLst>
            <pc:docMk/>
            <pc:sldMk cId="1471035344" sldId="259"/>
            <ac:spMk id="9" creationId="{8C7D66E3-6E8C-7D21-B953-F9D1C92720F2}"/>
          </ac:spMkLst>
        </pc:spChg>
        <pc:spChg chg="add del mod">
          <ac:chgData name="Nandini Reddy" userId="e5ec7e2074c869ac" providerId="LiveId" clId="{11D60139-647E-485B-9EF7-892AB6713A5C}" dt="2026-10-04T20:56:53.154" v="1274" actId="21"/>
          <ac:spMkLst>
            <pc:docMk/>
            <pc:sldMk cId="1471035344" sldId="259"/>
            <ac:spMk id="11" creationId="{5EF40EAC-0142-A5C7-311C-EF435EF39A15}"/>
          </ac:spMkLst>
        </pc:spChg>
        <pc:spChg chg="add del mod">
          <ac:chgData name="Nandini Reddy" userId="e5ec7e2074c869ac" providerId="LiveId" clId="{11D60139-647E-485B-9EF7-892AB6713A5C}" dt="2026-10-04T20:57:13.756" v="1278"/>
          <ac:spMkLst>
            <pc:docMk/>
            <pc:sldMk cId="1471035344" sldId="259"/>
            <ac:spMk id="12" creationId="{246E6096-4461-5704-2276-D7BC2BECB90E}"/>
          </ac:spMkLst>
        </pc:spChg>
        <pc:spChg chg="add del mod">
          <ac:chgData name="Nandini Reddy" userId="e5ec7e2074c869ac" providerId="LiveId" clId="{11D60139-647E-485B-9EF7-892AB6713A5C}" dt="2026-10-04T20:57:19.678" v="1279" actId="21"/>
          <ac:spMkLst>
            <pc:docMk/>
            <pc:sldMk cId="1471035344" sldId="259"/>
            <ac:spMk id="13" creationId="{5EF40EAC-0142-A5C7-311C-EF435EF39A15}"/>
          </ac:spMkLst>
        </pc:spChg>
        <pc:spChg chg="add del mod">
          <ac:chgData name="Nandini Reddy" userId="e5ec7e2074c869ac" providerId="LiveId" clId="{11D60139-647E-485B-9EF7-892AB6713A5C}" dt="2026-10-04T20:57:25.137" v="1281" actId="21"/>
          <ac:spMkLst>
            <pc:docMk/>
            <pc:sldMk cId="1471035344" sldId="259"/>
            <ac:spMk id="14" creationId="{5EF40EAC-0142-A5C7-311C-EF435EF39A15}"/>
          </ac:spMkLst>
        </pc:spChg>
        <pc:spChg chg="add del mod">
          <ac:chgData name="Nandini Reddy" userId="e5ec7e2074c869ac" providerId="LiveId" clId="{11D60139-647E-485B-9EF7-892AB6713A5C}" dt="2026-10-04T20:57:48.102" v="1286"/>
          <ac:spMkLst>
            <pc:docMk/>
            <pc:sldMk cId="1471035344" sldId="259"/>
            <ac:spMk id="15" creationId="{F4DE4FAF-502C-CF52-2D51-89D6E59E2D48}"/>
          </ac:spMkLst>
        </pc:spChg>
        <pc:spChg chg="add del mod">
          <ac:chgData name="Nandini Reddy" userId="e5ec7e2074c869ac" providerId="LiveId" clId="{11D60139-647E-485B-9EF7-892AB6713A5C}" dt="2026-10-04T20:57:48.070" v="1284" actId="21"/>
          <ac:spMkLst>
            <pc:docMk/>
            <pc:sldMk cId="1471035344" sldId="259"/>
            <ac:spMk id="16" creationId="{5EF40EAC-0142-A5C7-311C-EF435EF39A15}"/>
          </ac:spMkLst>
        </pc:spChg>
        <pc:spChg chg="add mod">
          <ac:chgData name="Nandini Reddy" userId="e5ec7e2074c869ac" providerId="LiveId" clId="{11D60139-647E-485B-9EF7-892AB6713A5C}" dt="2026-10-04T21:49:22.522" v="1884" actId="207"/>
          <ac:spMkLst>
            <pc:docMk/>
            <pc:sldMk cId="1471035344" sldId="259"/>
            <ac:spMk id="17" creationId="{00AD22AA-7654-DE1E-219C-D937E5A6F1BC}"/>
          </ac:spMkLst>
        </pc:spChg>
        <pc:spChg chg="add mod">
          <ac:chgData name="Nandini Reddy" userId="e5ec7e2074c869ac" providerId="LiveId" clId="{11D60139-647E-485B-9EF7-892AB6713A5C}" dt="2026-10-04T22:19:07.430" v="2246" actId="113"/>
          <ac:spMkLst>
            <pc:docMk/>
            <pc:sldMk cId="1471035344" sldId="259"/>
            <ac:spMk id="19" creationId="{DC1EF371-768A-99A3-480C-6BF4B008712C}"/>
          </ac:spMkLst>
        </pc:spChg>
        <pc:spChg chg="add del mod">
          <ac:chgData name="Nandini Reddy" userId="e5ec7e2074c869ac" providerId="LiveId" clId="{11D60139-647E-485B-9EF7-892AB6713A5C}" dt="2026-10-04T20:59:18.044" v="1306"/>
          <ac:spMkLst>
            <pc:docMk/>
            <pc:sldMk cId="1471035344" sldId="259"/>
            <ac:spMk id="20" creationId="{02AFAD40-2CFD-E3F8-195F-E5A83549F074}"/>
          </ac:spMkLst>
        </pc:spChg>
      </pc:sldChg>
      <pc:sldChg chg="addSp delSp modSp mod">
        <pc:chgData name="Nandini Reddy" userId="e5ec7e2074c869ac" providerId="LiveId" clId="{11D60139-647E-485B-9EF7-892AB6713A5C}" dt="2026-10-04T20:12:54.725" v="390" actId="11529"/>
        <pc:sldMkLst>
          <pc:docMk/>
          <pc:sldMk cId="4198690590" sldId="260"/>
        </pc:sldMkLst>
        <pc:spChg chg="mod">
          <ac:chgData name="Nandini Reddy" userId="e5ec7e2074c869ac" providerId="LiveId" clId="{11D60139-647E-485B-9EF7-892AB6713A5C}" dt="2026-10-04T20:08:25.766" v="102" actId="1076"/>
          <ac:spMkLst>
            <pc:docMk/>
            <pc:sldMk cId="4198690590" sldId="260"/>
            <ac:spMk id="2" creationId="{EC22F81C-2BD8-A4FA-1C47-752CDA28131D}"/>
          </ac:spMkLst>
        </pc:spChg>
        <pc:spChg chg="del">
          <ac:chgData name="Nandini Reddy" userId="e5ec7e2074c869ac" providerId="LiveId" clId="{11D60139-647E-485B-9EF7-892AB6713A5C}" dt="2026-10-04T20:07:24.170" v="94" actId="21"/>
          <ac:spMkLst>
            <pc:docMk/>
            <pc:sldMk cId="4198690590" sldId="260"/>
            <ac:spMk id="3" creationId="{52D53411-4585-040B-5834-42C4EFE7629C}"/>
          </ac:spMkLst>
        </pc:spChg>
        <pc:spChg chg="del">
          <ac:chgData name="Nandini Reddy" userId="e5ec7e2074c869ac" providerId="LiveId" clId="{11D60139-647E-485B-9EF7-892AB6713A5C}" dt="2026-10-04T20:07:43.440" v="98" actId="21"/>
          <ac:spMkLst>
            <pc:docMk/>
            <pc:sldMk cId="4198690590" sldId="260"/>
            <ac:spMk id="4" creationId="{BD7E3DB6-9604-119A-147D-87313E70E61D}"/>
          </ac:spMkLst>
        </pc:spChg>
        <pc:spChg chg="del mod">
          <ac:chgData name="Nandini Reddy" userId="e5ec7e2074c869ac" providerId="LiveId" clId="{11D60139-647E-485B-9EF7-892AB6713A5C}" dt="2026-10-04T20:11:42.614" v="389" actId="21"/>
          <ac:spMkLst>
            <pc:docMk/>
            <pc:sldMk cId="4198690590" sldId="260"/>
            <ac:spMk id="5" creationId="{435CA12B-9FEC-9EC2-45A2-67466ADBDE5C}"/>
          </ac:spMkLst>
        </pc:spChg>
        <pc:spChg chg="add del mod">
          <ac:chgData name="Nandini Reddy" userId="e5ec7e2074c869ac" providerId="LiveId" clId="{11D60139-647E-485B-9EF7-892AB6713A5C}" dt="2026-10-04T20:08:04.116" v="100" actId="21"/>
          <ac:spMkLst>
            <pc:docMk/>
            <pc:sldMk cId="4198690590" sldId="260"/>
            <ac:spMk id="11" creationId="{8AA07587-048B-F5C2-2086-D01CE03856A3}"/>
          </ac:spMkLst>
        </pc:spChg>
        <pc:graphicFrameChg chg="add del mod modGraphic">
          <ac:chgData name="Nandini Reddy" userId="e5ec7e2074c869ac" providerId="LiveId" clId="{11D60139-647E-485B-9EF7-892AB6713A5C}" dt="2026-10-04T20:05:53.487" v="77" actId="478"/>
          <ac:graphicFrameMkLst>
            <pc:docMk/>
            <pc:sldMk cId="4198690590" sldId="260"/>
            <ac:graphicFrameMk id="7" creationId="{61D589E3-DA88-2428-08D8-7C4DB7872534}"/>
          </ac:graphicFrameMkLst>
        </pc:graphicFrameChg>
        <pc:graphicFrameChg chg="add mod modGraphic">
          <ac:chgData name="Nandini Reddy" userId="e5ec7e2074c869ac" providerId="LiveId" clId="{11D60139-647E-485B-9EF7-892AB6713A5C}" dt="2026-10-04T20:10:47.726" v="378" actId="20577"/>
          <ac:graphicFrameMkLst>
            <pc:docMk/>
            <pc:sldMk cId="4198690590" sldId="260"/>
            <ac:graphicFrameMk id="8" creationId="{E71634FF-C317-F200-797B-2A560C3F846E}"/>
          </ac:graphicFrameMkLst>
        </pc:graphicFrameChg>
        <pc:graphicFrameChg chg="add del mod modGraphic">
          <ac:chgData name="Nandini Reddy" userId="e5ec7e2074c869ac" providerId="LiveId" clId="{11D60139-647E-485B-9EF7-892AB6713A5C}" dt="2026-10-04T20:05:46.279" v="76" actId="478"/>
          <ac:graphicFrameMkLst>
            <pc:docMk/>
            <pc:sldMk cId="4198690590" sldId="260"/>
            <ac:graphicFrameMk id="9" creationId="{D0404718-EA14-8695-A8A4-8CE6CA146CDB}"/>
          </ac:graphicFrameMkLst>
        </pc:graphicFrameChg>
        <pc:cxnChg chg="add">
          <ac:chgData name="Nandini Reddy" userId="e5ec7e2074c869ac" providerId="LiveId" clId="{11D60139-647E-485B-9EF7-892AB6713A5C}" dt="2026-10-04T20:12:54.725" v="390" actId="11529"/>
          <ac:cxnSpMkLst>
            <pc:docMk/>
            <pc:sldMk cId="4198690590" sldId="260"/>
            <ac:cxnSpMk id="13" creationId="{B488ABC0-CEFC-0970-BAE7-7FC0862C0EF9}"/>
          </ac:cxnSpMkLst>
        </pc:cxnChg>
      </pc:sldChg>
      <pc:sldChg chg="delSp modSp mod">
        <pc:chgData name="Nandini Reddy" userId="e5ec7e2074c869ac" providerId="LiveId" clId="{11D60139-647E-485B-9EF7-892AB6713A5C}" dt="2026-10-04T22:18:43.685" v="2243" actId="1076"/>
        <pc:sldMkLst>
          <pc:docMk/>
          <pc:sldMk cId="187927555" sldId="261"/>
        </pc:sldMkLst>
        <pc:spChg chg="mod">
          <ac:chgData name="Nandini Reddy" userId="e5ec7e2074c869ac" providerId="LiveId" clId="{11D60139-647E-485B-9EF7-892AB6713A5C}" dt="2026-10-04T22:18:43.685" v="2243" actId="1076"/>
          <ac:spMkLst>
            <pc:docMk/>
            <pc:sldMk cId="187927555" sldId="261"/>
            <ac:spMk id="2" creationId="{9BB750E1-014E-2F32-5FE0-025C27322ADF}"/>
          </ac:spMkLst>
        </pc:spChg>
        <pc:spChg chg="mod">
          <ac:chgData name="Nandini Reddy" userId="e5ec7e2074c869ac" providerId="LiveId" clId="{11D60139-647E-485B-9EF7-892AB6713A5C}" dt="2026-10-04T21:12:47.451" v="1479" actId="20577"/>
          <ac:spMkLst>
            <pc:docMk/>
            <pc:sldMk cId="187927555" sldId="261"/>
            <ac:spMk id="3" creationId="{A36B70B6-B9DD-8293-E045-C9E0BE21FEB2}"/>
          </ac:spMkLst>
        </pc:spChg>
        <pc:spChg chg="del">
          <ac:chgData name="Nandini Reddy" userId="e5ec7e2074c869ac" providerId="LiveId" clId="{11D60139-647E-485B-9EF7-892AB6713A5C}" dt="2026-10-04T22:01:13.685" v="2171" actId="21"/>
          <ac:spMkLst>
            <pc:docMk/>
            <pc:sldMk cId="187927555" sldId="261"/>
            <ac:spMk id="4" creationId="{57908E80-2392-A58F-EEB2-EE633788820D}"/>
          </ac:spMkLst>
        </pc:spChg>
        <pc:spChg chg="del">
          <ac:chgData name="Nandini Reddy" userId="e5ec7e2074c869ac" providerId="LiveId" clId="{11D60139-647E-485B-9EF7-892AB6713A5C}" dt="2026-10-04T21:14:19.968" v="1481" actId="21"/>
          <ac:spMkLst>
            <pc:docMk/>
            <pc:sldMk cId="187927555" sldId="261"/>
            <ac:spMk id="5" creationId="{BC4AA2F1-CC44-35CF-7A34-1B814A19A90D}"/>
          </ac:spMkLst>
        </pc:spChg>
        <pc:picChg chg="mod">
          <ac:chgData name="Nandini Reddy" userId="e5ec7e2074c869ac" providerId="LiveId" clId="{11D60139-647E-485B-9EF7-892AB6713A5C}" dt="2026-10-04T21:11:21.706" v="1384" actId="14100"/>
          <ac:picMkLst>
            <pc:docMk/>
            <pc:sldMk cId="187927555" sldId="261"/>
            <ac:picMk id="6" creationId="{503626A1-9E15-A048-4FD7-2D14DDE41628}"/>
          </ac:picMkLst>
        </pc:picChg>
      </pc:sldChg>
      <pc:sldChg chg="delSp modSp mod">
        <pc:chgData name="Nandini Reddy" userId="e5ec7e2074c869ac" providerId="LiveId" clId="{11D60139-647E-485B-9EF7-892AB6713A5C}" dt="2026-10-04T22:17:40.414" v="2238" actId="113"/>
        <pc:sldMkLst>
          <pc:docMk/>
          <pc:sldMk cId="1941379388" sldId="263"/>
        </pc:sldMkLst>
        <pc:spChg chg="mod">
          <ac:chgData name="Nandini Reddy" userId="e5ec7e2074c869ac" providerId="LiveId" clId="{11D60139-647E-485B-9EF7-892AB6713A5C}" dt="2026-10-04T22:17:40.414" v="2238" actId="113"/>
          <ac:spMkLst>
            <pc:docMk/>
            <pc:sldMk cId="1941379388" sldId="263"/>
            <ac:spMk id="2" creationId="{90979F20-7FE0-9464-CC8C-AAB74EE175D5}"/>
          </ac:spMkLst>
        </pc:spChg>
        <pc:spChg chg="del">
          <ac:chgData name="Nandini Reddy" userId="e5ec7e2074c869ac" providerId="LiveId" clId="{11D60139-647E-485B-9EF7-892AB6713A5C}" dt="2026-10-04T22:01:06.778" v="2170" actId="21"/>
          <ac:spMkLst>
            <pc:docMk/>
            <pc:sldMk cId="1941379388" sldId="263"/>
            <ac:spMk id="3" creationId="{A5205E06-DEAE-0DD1-4D36-DFAC6C725BED}"/>
          </ac:spMkLst>
        </pc:spChg>
        <pc:spChg chg="mod">
          <ac:chgData name="Nandini Reddy" userId="e5ec7e2074c869ac" providerId="LiveId" clId="{11D60139-647E-485B-9EF7-892AB6713A5C}" dt="2026-10-04T22:03:22.939" v="2185" actId="1076"/>
          <ac:spMkLst>
            <pc:docMk/>
            <pc:sldMk cId="1941379388" sldId="263"/>
            <ac:spMk id="4" creationId="{A8072345-EDED-4266-CFF8-650FF0BB1E47}"/>
          </ac:spMkLst>
        </pc:spChg>
        <pc:spChg chg="del">
          <ac:chgData name="Nandini Reddy" userId="e5ec7e2074c869ac" providerId="LiveId" clId="{11D60139-647E-485B-9EF7-892AB6713A5C}" dt="2026-10-04T21:16:58.495" v="1551" actId="21"/>
          <ac:spMkLst>
            <pc:docMk/>
            <pc:sldMk cId="1941379388" sldId="263"/>
            <ac:spMk id="5" creationId="{726F804B-D6FC-83A9-36FC-E721C009E2DB}"/>
          </ac:spMkLst>
        </pc:spChg>
        <pc:picChg chg="mod">
          <ac:chgData name="Nandini Reddy" userId="e5ec7e2074c869ac" providerId="LiveId" clId="{11D60139-647E-485B-9EF7-892AB6713A5C}" dt="2026-10-04T21:16:09.867" v="1550" actId="1076"/>
          <ac:picMkLst>
            <pc:docMk/>
            <pc:sldMk cId="1941379388" sldId="263"/>
            <ac:picMk id="9" creationId="{606BD1CA-C191-4496-8931-F725453418B0}"/>
          </ac:picMkLst>
        </pc:picChg>
      </pc:sldChg>
      <pc:sldChg chg="addSp delSp modSp mod">
        <pc:chgData name="Nandini Reddy" userId="e5ec7e2074c869ac" providerId="LiveId" clId="{11D60139-647E-485B-9EF7-892AB6713A5C}" dt="2026-10-04T22:17:35.581" v="2237" actId="113"/>
        <pc:sldMkLst>
          <pc:docMk/>
          <pc:sldMk cId="53001128" sldId="264"/>
        </pc:sldMkLst>
        <pc:spChg chg="del">
          <ac:chgData name="Nandini Reddy" userId="e5ec7e2074c869ac" providerId="LiveId" clId="{11D60139-647E-485B-9EF7-892AB6713A5C}" dt="2026-10-04T20:24:32.139" v="692" actId="21"/>
          <ac:spMkLst>
            <pc:docMk/>
            <pc:sldMk cId="53001128" sldId="264"/>
            <ac:spMk id="2" creationId="{9EF332A3-41ED-5C79-EEE4-FB0C4C5039E3}"/>
          </ac:spMkLst>
        </pc:spChg>
        <pc:spChg chg="del mod">
          <ac:chgData name="Nandini Reddy" userId="e5ec7e2074c869ac" providerId="LiveId" clId="{11D60139-647E-485B-9EF7-892AB6713A5C}" dt="2026-10-04T20:24:20.880" v="690" actId="21"/>
          <ac:spMkLst>
            <pc:docMk/>
            <pc:sldMk cId="53001128" sldId="264"/>
            <ac:spMk id="3" creationId="{92CCD8EA-EA7C-8648-6703-261B5BAF0014}"/>
          </ac:spMkLst>
        </pc:spChg>
        <pc:spChg chg="del">
          <ac:chgData name="Nandini Reddy" userId="e5ec7e2074c869ac" providerId="LiveId" clId="{11D60139-647E-485B-9EF7-892AB6713A5C}" dt="2026-10-04T22:01:01.258" v="2169" actId="21"/>
          <ac:spMkLst>
            <pc:docMk/>
            <pc:sldMk cId="53001128" sldId="264"/>
            <ac:spMk id="4" creationId="{0F79EABE-3580-5671-50D4-25E706EDC2ED}"/>
          </ac:spMkLst>
        </pc:spChg>
        <pc:spChg chg="del">
          <ac:chgData name="Nandini Reddy" userId="e5ec7e2074c869ac" providerId="LiveId" clId="{11D60139-647E-485B-9EF7-892AB6713A5C}" dt="2026-10-04T21:17:32.787" v="1554" actId="21"/>
          <ac:spMkLst>
            <pc:docMk/>
            <pc:sldMk cId="53001128" sldId="264"/>
            <ac:spMk id="5" creationId="{78B29139-7FC6-888D-5CC9-C5B5E32F7845}"/>
          </ac:spMkLst>
        </pc:spChg>
        <pc:spChg chg="add del mod">
          <ac:chgData name="Nandini Reddy" userId="e5ec7e2074c869ac" providerId="LiveId" clId="{11D60139-647E-485B-9EF7-892AB6713A5C}" dt="2026-10-04T20:24:24.105" v="691" actId="21"/>
          <ac:spMkLst>
            <pc:docMk/>
            <pc:sldMk cId="53001128" sldId="264"/>
            <ac:spMk id="8" creationId="{E1B5E2A2-49B8-0F62-0FAD-9E3614AF9425}"/>
          </ac:spMkLst>
        </pc:spChg>
        <pc:spChg chg="add del mod">
          <ac:chgData name="Nandini Reddy" userId="e5ec7e2074c869ac" providerId="LiveId" clId="{11D60139-647E-485B-9EF7-892AB6713A5C}" dt="2026-10-04T20:24:34.937" v="693" actId="21"/>
          <ac:spMkLst>
            <pc:docMk/>
            <pc:sldMk cId="53001128" sldId="264"/>
            <ac:spMk id="10" creationId="{549A67FB-4C05-C1FF-8FBB-BFE8E918BA16}"/>
          </ac:spMkLst>
        </pc:spChg>
        <pc:spChg chg="add del mod">
          <ac:chgData name="Nandini Reddy" userId="e5ec7e2074c869ac" providerId="LiveId" clId="{11D60139-647E-485B-9EF7-892AB6713A5C}" dt="2026-10-04T20:24:41.134" v="695" actId="21"/>
          <ac:spMkLst>
            <pc:docMk/>
            <pc:sldMk cId="53001128" sldId="264"/>
            <ac:spMk id="11" creationId="{549A67FB-4C05-C1FF-8FBB-BFE8E918BA16}"/>
          </ac:spMkLst>
        </pc:spChg>
        <pc:spChg chg="add mod">
          <ac:chgData name="Nandini Reddy" userId="e5ec7e2074c869ac" providerId="LiveId" clId="{11D60139-647E-485B-9EF7-892AB6713A5C}" dt="2026-10-04T22:17:35.581" v="2237" actId="113"/>
          <ac:spMkLst>
            <pc:docMk/>
            <pc:sldMk cId="53001128" sldId="264"/>
            <ac:spMk id="16" creationId="{51EE6649-E419-7EDA-FABA-309463A96B76}"/>
          </ac:spMkLst>
        </pc:spChg>
        <pc:graphicFrameChg chg="add del mod modGraphic">
          <ac:chgData name="Nandini Reddy" userId="e5ec7e2074c869ac" providerId="LiveId" clId="{11D60139-647E-485B-9EF7-892AB6713A5C}" dt="2026-10-04T20:26:17.322" v="710" actId="21"/>
          <ac:graphicFrameMkLst>
            <pc:docMk/>
            <pc:sldMk cId="53001128" sldId="264"/>
            <ac:graphicFrameMk id="13" creationId="{9E21206E-5287-4D7B-0B4F-129C83A083C7}"/>
          </ac:graphicFrameMkLst>
        </pc:graphicFrameChg>
        <pc:graphicFrameChg chg="add mod modGraphic">
          <ac:chgData name="Nandini Reddy" userId="e5ec7e2074c869ac" providerId="LiveId" clId="{11D60139-647E-485B-9EF7-892AB6713A5C}" dt="2026-10-04T20:29:39.342" v="750" actId="14734"/>
          <ac:graphicFrameMkLst>
            <pc:docMk/>
            <pc:sldMk cId="53001128" sldId="264"/>
            <ac:graphicFrameMk id="15" creationId="{3CE8A40C-0332-9E90-2505-27C059513A02}"/>
          </ac:graphicFrameMkLst>
        </pc:graphicFrameChg>
        <pc:cxnChg chg="add mod">
          <ac:chgData name="Nandini Reddy" userId="e5ec7e2074c869ac" providerId="LiveId" clId="{11D60139-647E-485B-9EF7-892AB6713A5C}" dt="2026-10-04T20:30:18.276" v="754" actId="14100"/>
          <ac:cxnSpMkLst>
            <pc:docMk/>
            <pc:sldMk cId="53001128" sldId="264"/>
            <ac:cxnSpMk id="18" creationId="{A606348F-6B35-4C0D-CD77-6E3EA10A1886}"/>
          </ac:cxnSpMkLst>
        </pc:cxnChg>
      </pc:sldChg>
      <pc:sldChg chg="delSp modSp mod">
        <pc:chgData name="Nandini Reddy" userId="e5ec7e2074c869ac" providerId="LiveId" clId="{11D60139-647E-485B-9EF7-892AB6713A5C}" dt="2026-10-04T22:20:21.417" v="2256" actId="14100"/>
        <pc:sldMkLst>
          <pc:docMk/>
          <pc:sldMk cId="3599844030" sldId="265"/>
        </pc:sldMkLst>
        <pc:spChg chg="mod">
          <ac:chgData name="Nandini Reddy" userId="e5ec7e2074c869ac" providerId="LiveId" clId="{11D60139-647E-485B-9EF7-892AB6713A5C}" dt="2026-10-04T21:20:22.838" v="1618" actId="1076"/>
          <ac:spMkLst>
            <pc:docMk/>
            <pc:sldMk cId="3599844030" sldId="265"/>
            <ac:spMk id="2" creationId="{99120F23-1809-2CC4-1A94-F826616D2DF4}"/>
          </ac:spMkLst>
        </pc:spChg>
        <pc:spChg chg="del">
          <ac:chgData name="Nandini Reddy" userId="e5ec7e2074c869ac" providerId="LiveId" clId="{11D60139-647E-485B-9EF7-892AB6713A5C}" dt="2026-10-04T22:00:56.341" v="2168" actId="21"/>
          <ac:spMkLst>
            <pc:docMk/>
            <pc:sldMk cId="3599844030" sldId="265"/>
            <ac:spMk id="3" creationId="{779C179B-16F5-B0EA-D1AC-99441213185B}"/>
          </ac:spMkLst>
        </pc:spChg>
        <pc:spChg chg="mod">
          <ac:chgData name="Nandini Reddy" userId="e5ec7e2074c869ac" providerId="LiveId" clId="{11D60139-647E-485B-9EF7-892AB6713A5C}" dt="2026-10-04T22:16:45.370" v="2232" actId="2"/>
          <ac:spMkLst>
            <pc:docMk/>
            <pc:sldMk cId="3599844030" sldId="265"/>
            <ac:spMk id="4" creationId="{CBAD71A6-1036-A099-9BDF-27C11F75648B}"/>
          </ac:spMkLst>
        </pc:spChg>
        <pc:spChg chg="del">
          <ac:chgData name="Nandini Reddy" userId="e5ec7e2074c869ac" providerId="LiveId" clId="{11D60139-647E-485B-9EF7-892AB6713A5C}" dt="2026-10-04T22:00:53.455" v="2167" actId="21"/>
          <ac:spMkLst>
            <pc:docMk/>
            <pc:sldMk cId="3599844030" sldId="265"/>
            <ac:spMk id="5" creationId="{DAE1DF91-6465-ADEF-7133-CCC328584380}"/>
          </ac:spMkLst>
        </pc:spChg>
        <pc:picChg chg="mod">
          <ac:chgData name="Nandini Reddy" userId="e5ec7e2074c869ac" providerId="LiveId" clId="{11D60139-647E-485B-9EF7-892AB6713A5C}" dt="2026-10-04T22:20:21.417" v="2256" actId="14100"/>
          <ac:picMkLst>
            <pc:docMk/>
            <pc:sldMk cId="3599844030" sldId="265"/>
            <ac:picMk id="7" creationId="{3C37CE0E-074A-209D-2D43-EC5FAC327C30}"/>
          </ac:picMkLst>
        </pc:picChg>
      </pc:sldChg>
      <pc:sldChg chg="addSp delSp modSp mod">
        <pc:chgData name="Nandini Reddy" userId="e5ec7e2074c869ac" providerId="LiveId" clId="{11D60139-647E-485B-9EF7-892AB6713A5C}" dt="2026-10-04T22:00:36.368" v="2164" actId="21"/>
        <pc:sldMkLst>
          <pc:docMk/>
          <pc:sldMk cId="3947552595" sldId="266"/>
        </pc:sldMkLst>
        <pc:spChg chg="mod">
          <ac:chgData name="Nandini Reddy" userId="e5ec7e2074c869ac" providerId="LiveId" clId="{11D60139-647E-485B-9EF7-892AB6713A5C}" dt="2026-10-04T20:36:28.518" v="1000" actId="1076"/>
          <ac:spMkLst>
            <pc:docMk/>
            <pc:sldMk cId="3947552595" sldId="266"/>
            <ac:spMk id="2" creationId="{8A497B4E-3C70-7F36-A4BF-7CA5CBC848F4}"/>
          </ac:spMkLst>
        </pc:spChg>
        <pc:spChg chg="del mod">
          <ac:chgData name="Nandini Reddy" userId="e5ec7e2074c869ac" providerId="LiveId" clId="{11D60139-647E-485B-9EF7-892AB6713A5C}" dt="2026-10-04T20:34:34.167" v="873" actId="21"/>
          <ac:spMkLst>
            <pc:docMk/>
            <pc:sldMk cId="3947552595" sldId="266"/>
            <ac:spMk id="3" creationId="{4227E922-AE57-EC70-406A-77ED03351FF3}"/>
          </ac:spMkLst>
        </pc:spChg>
        <pc:spChg chg="del">
          <ac:chgData name="Nandini Reddy" userId="e5ec7e2074c869ac" providerId="LiveId" clId="{11D60139-647E-485B-9EF7-892AB6713A5C}" dt="2026-10-04T22:00:36.368" v="2164" actId="21"/>
          <ac:spMkLst>
            <pc:docMk/>
            <pc:sldMk cId="3947552595" sldId="266"/>
            <ac:spMk id="4" creationId="{C5F41BF0-B686-A29F-997F-508B02524CA5}"/>
          </ac:spMkLst>
        </pc:spChg>
        <pc:spChg chg="del">
          <ac:chgData name="Nandini Reddy" userId="e5ec7e2074c869ac" providerId="LiveId" clId="{11D60139-647E-485B-9EF7-892AB6713A5C}" dt="2026-10-04T20:38:30.239" v="1010" actId="21"/>
          <ac:spMkLst>
            <pc:docMk/>
            <pc:sldMk cId="3947552595" sldId="266"/>
            <ac:spMk id="5" creationId="{6F250EF4-0955-7408-3882-4FDCAF3F65FF}"/>
          </ac:spMkLst>
        </pc:spChg>
        <pc:spChg chg="add del mod">
          <ac:chgData name="Nandini Reddy" userId="e5ec7e2074c869ac" providerId="LiveId" clId="{11D60139-647E-485B-9EF7-892AB6713A5C}" dt="2026-10-04T20:35:00.387" v="877"/>
          <ac:spMkLst>
            <pc:docMk/>
            <pc:sldMk cId="3947552595" sldId="266"/>
            <ac:spMk id="9" creationId="{0F1DF645-EB20-1D0F-DC50-57172AC121FD}"/>
          </ac:spMkLst>
        </pc:spChg>
        <pc:spChg chg="add mod">
          <ac:chgData name="Nandini Reddy" userId="e5ec7e2074c869ac" providerId="LiveId" clId="{11D60139-647E-485B-9EF7-892AB6713A5C}" dt="2026-10-04T20:35:16.623" v="879" actId="1076"/>
          <ac:spMkLst>
            <pc:docMk/>
            <pc:sldMk cId="3947552595" sldId="266"/>
            <ac:spMk id="11" creationId="{D9AA4F54-8AA8-ECFF-BEBE-394AB68D04AE}"/>
          </ac:spMkLst>
        </pc:spChg>
        <pc:graphicFrameChg chg="add mod modGraphic">
          <ac:chgData name="Nandini Reddy" userId="e5ec7e2074c869ac" providerId="LiveId" clId="{11D60139-647E-485B-9EF7-892AB6713A5C}" dt="2026-10-04T20:38:22.015" v="1009" actId="12385"/>
          <ac:graphicFrameMkLst>
            <pc:docMk/>
            <pc:sldMk cId="3947552595" sldId="266"/>
            <ac:graphicFrameMk id="8" creationId="{1D0AAB37-4FE3-D7EC-DDEA-6BD0A3041241}"/>
          </ac:graphicFrameMkLst>
        </pc:graphicFrameChg>
      </pc:sldChg>
      <pc:sldChg chg="addSp delSp modSp mod">
        <pc:chgData name="Nandini Reddy" userId="e5ec7e2074c869ac" providerId="LiveId" clId="{11D60139-647E-485B-9EF7-892AB6713A5C}" dt="2026-10-04T22:14:33.295" v="2214" actId="113"/>
        <pc:sldMkLst>
          <pc:docMk/>
          <pc:sldMk cId="2999686948" sldId="267"/>
        </pc:sldMkLst>
        <pc:spChg chg="del">
          <ac:chgData name="Nandini Reddy" userId="e5ec7e2074c869ac" providerId="LiveId" clId="{11D60139-647E-485B-9EF7-892AB6713A5C}" dt="2026-10-04T21:22:13.610" v="1628" actId="21"/>
          <ac:spMkLst>
            <pc:docMk/>
            <pc:sldMk cId="2999686948" sldId="267"/>
            <ac:spMk id="2" creationId="{E4A209B1-CECE-7466-7044-9D73619E56A1}"/>
          </ac:spMkLst>
        </pc:spChg>
        <pc:spChg chg="del">
          <ac:chgData name="Nandini Reddy" userId="e5ec7e2074c869ac" providerId="LiveId" clId="{11D60139-647E-485B-9EF7-892AB6713A5C}" dt="2026-10-04T21:23:21.500" v="1644" actId="21"/>
          <ac:spMkLst>
            <pc:docMk/>
            <pc:sldMk cId="2999686948" sldId="267"/>
            <ac:spMk id="3" creationId="{0D66681B-5E1B-BD2B-6960-3B46EFE83A39}"/>
          </ac:spMkLst>
        </pc:spChg>
        <pc:spChg chg="del">
          <ac:chgData name="Nandini Reddy" userId="e5ec7e2074c869ac" providerId="LiveId" clId="{11D60139-647E-485B-9EF7-892AB6713A5C}" dt="2026-10-04T22:00:23.163" v="2162" actId="21"/>
          <ac:spMkLst>
            <pc:docMk/>
            <pc:sldMk cId="2999686948" sldId="267"/>
            <ac:spMk id="4" creationId="{C8B47696-CC61-C5A5-6C0C-BC554FB64A31}"/>
          </ac:spMkLst>
        </pc:spChg>
        <pc:spChg chg="del">
          <ac:chgData name="Nandini Reddy" userId="e5ec7e2074c869ac" providerId="LiveId" clId="{11D60139-647E-485B-9EF7-892AB6713A5C}" dt="2026-10-04T21:27:18.751" v="1683" actId="21"/>
          <ac:spMkLst>
            <pc:docMk/>
            <pc:sldMk cId="2999686948" sldId="267"/>
            <ac:spMk id="5" creationId="{A79C9FFD-93B6-D3DC-72EF-DBAF2803AE25}"/>
          </ac:spMkLst>
        </pc:spChg>
        <pc:spChg chg="add mod">
          <ac:chgData name="Nandini Reddy" userId="e5ec7e2074c869ac" providerId="LiveId" clId="{11D60139-647E-485B-9EF7-892AB6713A5C}" dt="2026-10-04T21:22:03.996" v="1626" actId="20577"/>
          <ac:spMkLst>
            <pc:docMk/>
            <pc:sldMk cId="2999686948" sldId="267"/>
            <ac:spMk id="7" creationId="{E1984945-22F1-0F7F-A9B7-BD5ECA85833F}"/>
          </ac:spMkLst>
        </pc:spChg>
        <pc:spChg chg="add mod">
          <ac:chgData name="Nandini Reddy" userId="e5ec7e2074c869ac" providerId="LiveId" clId="{11D60139-647E-485B-9EF7-892AB6713A5C}" dt="2026-10-04T22:13:57.781" v="2211" actId="12"/>
          <ac:spMkLst>
            <pc:docMk/>
            <pc:sldMk cId="2999686948" sldId="267"/>
            <ac:spMk id="8" creationId="{D9F61039-183D-2460-58BD-FB3DCA28F097}"/>
          </ac:spMkLst>
        </pc:spChg>
        <pc:spChg chg="add del mod">
          <ac:chgData name="Nandini Reddy" userId="e5ec7e2074c869ac" providerId="LiveId" clId="{11D60139-647E-485B-9EF7-892AB6713A5C}" dt="2026-10-04T21:22:17.602" v="1629" actId="21"/>
          <ac:spMkLst>
            <pc:docMk/>
            <pc:sldMk cId="2999686948" sldId="267"/>
            <ac:spMk id="10" creationId="{C901BA7E-6FA6-E9B3-B62F-BB16266E2201}"/>
          </ac:spMkLst>
        </pc:spChg>
        <pc:spChg chg="add del mod">
          <ac:chgData name="Nandini Reddy" userId="e5ec7e2074c869ac" providerId="LiveId" clId="{11D60139-647E-485B-9EF7-892AB6713A5C}" dt="2026-10-04T21:23:25.012" v="1645" actId="21"/>
          <ac:spMkLst>
            <pc:docMk/>
            <pc:sldMk cId="2999686948" sldId="267"/>
            <ac:spMk id="12" creationId="{1075F046-2ABA-6210-16D7-12D0E82DAF5B}"/>
          </ac:spMkLst>
        </pc:spChg>
        <pc:spChg chg="add del mod">
          <ac:chgData name="Nandini Reddy" userId="e5ec7e2074c869ac" providerId="LiveId" clId="{11D60139-647E-485B-9EF7-892AB6713A5C}" dt="2026-10-04T21:24:56.294" v="1660" actId="21"/>
          <ac:spMkLst>
            <pc:docMk/>
            <pc:sldMk cId="2999686948" sldId="267"/>
            <ac:spMk id="13" creationId="{513349A7-27E4-4436-9F13-D6C1A09C3874}"/>
          </ac:spMkLst>
        </pc:spChg>
        <pc:spChg chg="add del mod">
          <ac:chgData name="Nandini Reddy" userId="e5ec7e2074c869ac" providerId="LiveId" clId="{11D60139-647E-485B-9EF7-892AB6713A5C}" dt="2026-10-04T21:25:44.109" v="1666" actId="21"/>
          <ac:spMkLst>
            <pc:docMk/>
            <pc:sldMk cId="2999686948" sldId="267"/>
            <ac:spMk id="14" creationId="{AB1FE8BF-D484-F20D-77F6-3ED211A523A3}"/>
          </ac:spMkLst>
        </pc:spChg>
        <pc:spChg chg="add mod">
          <ac:chgData name="Nandini Reddy" userId="e5ec7e2074c869ac" providerId="LiveId" clId="{11D60139-647E-485B-9EF7-892AB6713A5C}" dt="2026-10-04T22:14:33.295" v="2214" actId="113"/>
          <ac:spMkLst>
            <pc:docMk/>
            <pc:sldMk cId="2999686948" sldId="267"/>
            <ac:spMk id="16" creationId="{E1B39340-35A6-1817-AAAB-5B2398460BEE}"/>
          </ac:spMkLst>
        </pc:spChg>
        <pc:picChg chg="mod">
          <ac:chgData name="Nandini Reddy" userId="e5ec7e2074c869ac" providerId="LiveId" clId="{11D60139-647E-485B-9EF7-892AB6713A5C}" dt="2026-10-04T22:13:23.675" v="2210" actId="14100"/>
          <ac:picMkLst>
            <pc:docMk/>
            <pc:sldMk cId="2999686948" sldId="267"/>
            <ac:picMk id="15" creationId="{A52016E5-43C0-59E9-C7D5-5F2E24721B84}"/>
          </ac:picMkLst>
        </pc:picChg>
      </pc:sldChg>
      <pc:sldChg chg="addSp delSp modSp mod ord">
        <pc:chgData name="Nandini Reddy" userId="e5ec7e2074c869ac" providerId="LiveId" clId="{11D60139-647E-485B-9EF7-892AB6713A5C}" dt="2026-10-04T22:14:19.934" v="2213"/>
        <pc:sldMkLst>
          <pc:docMk/>
          <pc:sldMk cId="2651058474" sldId="268"/>
        </pc:sldMkLst>
        <pc:spChg chg="del">
          <ac:chgData name="Nandini Reddy" userId="e5ec7e2074c869ac" providerId="LiveId" clId="{11D60139-647E-485B-9EF7-892AB6713A5C}" dt="2026-10-04T22:00:31.670" v="2163" actId="21"/>
          <ac:spMkLst>
            <pc:docMk/>
            <pc:sldMk cId="2651058474" sldId="268"/>
            <ac:spMk id="2" creationId="{84B6F15B-92C0-806D-7631-A3635A42F75C}"/>
          </ac:spMkLst>
        </pc:spChg>
        <pc:spChg chg="del">
          <ac:chgData name="Nandini Reddy" userId="e5ec7e2074c869ac" providerId="LiveId" clId="{11D60139-647E-485B-9EF7-892AB6713A5C}" dt="2026-10-04T21:27:33.467" v="1684" actId="21"/>
          <ac:spMkLst>
            <pc:docMk/>
            <pc:sldMk cId="2651058474" sldId="268"/>
            <ac:spMk id="3" creationId="{F53DC08D-8457-0839-8C25-A7C068F9359E}"/>
          </ac:spMkLst>
        </pc:spChg>
        <pc:spChg chg="mod">
          <ac:chgData name="Nandini Reddy" userId="e5ec7e2074c869ac" providerId="LiveId" clId="{11D60139-647E-485B-9EF7-892AB6713A5C}" dt="2026-10-04T20:40:09.826" v="1059" actId="14100"/>
          <ac:spMkLst>
            <pc:docMk/>
            <pc:sldMk cId="2651058474" sldId="268"/>
            <ac:spMk id="4" creationId="{3E2F8EAF-D9DE-9FD3-ED83-7032E7D7FC06}"/>
          </ac:spMkLst>
        </pc:spChg>
        <pc:spChg chg="del mod">
          <ac:chgData name="Nandini Reddy" userId="e5ec7e2074c869ac" providerId="LiveId" clId="{11D60139-647E-485B-9EF7-892AB6713A5C}" dt="2026-10-04T20:40:18.620" v="1061" actId="21"/>
          <ac:spMkLst>
            <pc:docMk/>
            <pc:sldMk cId="2651058474" sldId="268"/>
            <ac:spMk id="5" creationId="{0EA6679F-0290-515C-BB0F-947C10AC81E4}"/>
          </ac:spMkLst>
        </pc:spChg>
        <pc:graphicFrameChg chg="add mod modGraphic">
          <ac:chgData name="Nandini Reddy" userId="e5ec7e2074c869ac" providerId="LiveId" clId="{11D60139-647E-485B-9EF7-892AB6713A5C}" dt="2026-10-04T20:41:00.867" v="1068" actId="14100"/>
          <ac:graphicFrameMkLst>
            <pc:docMk/>
            <pc:sldMk cId="2651058474" sldId="268"/>
            <ac:graphicFrameMk id="8" creationId="{14B3DA94-CCFE-777F-480F-6CDFC358907A}"/>
          </ac:graphicFrameMkLst>
        </pc:graphicFrameChg>
      </pc:sldChg>
      <pc:sldChg chg="delSp modSp mod">
        <pc:chgData name="Nandini Reddy" userId="e5ec7e2074c869ac" providerId="LiveId" clId="{11D60139-647E-485B-9EF7-892AB6713A5C}" dt="2026-10-04T22:18:18.821" v="2242" actId="14100"/>
        <pc:sldMkLst>
          <pc:docMk/>
          <pc:sldMk cId="1384372434" sldId="269"/>
        </pc:sldMkLst>
        <pc:spChg chg="mod">
          <ac:chgData name="Nandini Reddy" userId="e5ec7e2074c869ac" providerId="LiveId" clId="{11D60139-647E-485B-9EF7-892AB6713A5C}" dt="2026-10-04T20:22:22.424" v="600" actId="14100"/>
          <ac:spMkLst>
            <pc:docMk/>
            <pc:sldMk cId="1384372434" sldId="269"/>
            <ac:spMk id="2" creationId="{81BB50A7-8097-B5C9-4E58-9ED8D14ADA20}"/>
          </ac:spMkLst>
        </pc:spChg>
        <pc:spChg chg="del">
          <ac:chgData name="Nandini Reddy" userId="e5ec7e2074c869ac" providerId="LiveId" clId="{11D60139-647E-485B-9EF7-892AB6713A5C}" dt="2026-10-04T20:23:31.291" v="687" actId="21"/>
          <ac:spMkLst>
            <pc:docMk/>
            <pc:sldMk cId="1384372434" sldId="269"/>
            <ac:spMk id="3" creationId="{F7461AE3-EE8B-D6AA-C542-739A07913E24}"/>
          </ac:spMkLst>
        </pc:spChg>
        <pc:spChg chg="del mod">
          <ac:chgData name="Nandini Reddy" userId="e5ec7e2074c869ac" providerId="LiveId" clId="{11D60139-647E-485B-9EF7-892AB6713A5C}" dt="2026-10-04T20:23:27.734" v="686" actId="21"/>
          <ac:spMkLst>
            <pc:docMk/>
            <pc:sldMk cId="1384372434" sldId="269"/>
            <ac:spMk id="4" creationId="{BAFA715D-0DE7-5C1E-A01B-3CC861FFFA69}"/>
          </ac:spMkLst>
        </pc:spChg>
        <pc:graphicFrameChg chg="mod modGraphic">
          <ac:chgData name="Nandini Reddy" userId="e5ec7e2074c869ac" providerId="LiveId" clId="{11D60139-647E-485B-9EF7-892AB6713A5C}" dt="2026-10-04T22:18:18.821" v="2242" actId="14100"/>
          <ac:graphicFrameMkLst>
            <pc:docMk/>
            <pc:sldMk cId="1384372434" sldId="269"/>
            <ac:graphicFrameMk id="6" creationId="{3E0E4A8A-55D4-88B9-EAFE-F5DD91417A46}"/>
          </ac:graphicFrameMkLst>
        </pc:graphicFrameChg>
      </pc:sldChg>
      <pc:sldChg chg="addSp delSp modSp mod ord">
        <pc:chgData name="Nandini Reddy" userId="e5ec7e2074c869ac" providerId="LiveId" clId="{11D60139-647E-485B-9EF7-892AB6713A5C}" dt="2026-10-04T22:00:46.397" v="2166" actId="21"/>
        <pc:sldMkLst>
          <pc:docMk/>
          <pc:sldMk cId="3762730561" sldId="270"/>
        </pc:sldMkLst>
        <pc:spChg chg="mod">
          <ac:chgData name="Nandini Reddy" userId="e5ec7e2074c869ac" providerId="LiveId" clId="{11D60139-647E-485B-9EF7-892AB6713A5C}" dt="2026-10-04T20:32:51.928" v="828" actId="14100"/>
          <ac:spMkLst>
            <pc:docMk/>
            <pc:sldMk cId="3762730561" sldId="270"/>
            <ac:spMk id="2" creationId="{AC96BA28-7B5B-3D59-0D23-C072A5C2A52B}"/>
          </ac:spMkLst>
        </pc:spChg>
        <pc:spChg chg="mod">
          <ac:chgData name="Nandini Reddy" userId="e5ec7e2074c869ac" providerId="LiveId" clId="{11D60139-647E-485B-9EF7-892AB6713A5C}" dt="2026-10-04T20:34:07.893" v="869" actId="14100"/>
          <ac:spMkLst>
            <pc:docMk/>
            <pc:sldMk cId="3762730561" sldId="270"/>
            <ac:spMk id="3" creationId="{58443BCF-B6AE-B157-B5A8-60575A5F5EBF}"/>
          </ac:spMkLst>
        </pc:spChg>
        <pc:spChg chg="del">
          <ac:chgData name="Nandini Reddy" userId="e5ec7e2074c869ac" providerId="LiveId" clId="{11D60139-647E-485B-9EF7-892AB6713A5C}" dt="2026-10-04T22:00:40.821" v="2165" actId="21"/>
          <ac:spMkLst>
            <pc:docMk/>
            <pc:sldMk cId="3762730561" sldId="270"/>
            <ac:spMk id="4" creationId="{1D59490C-0AC8-DB82-0D8F-BF8C4A553AB7}"/>
          </ac:spMkLst>
        </pc:spChg>
        <pc:spChg chg="del">
          <ac:chgData name="Nandini Reddy" userId="e5ec7e2074c869ac" providerId="LiveId" clId="{11D60139-647E-485B-9EF7-892AB6713A5C}" dt="2026-10-04T22:00:46.397" v="2166" actId="21"/>
          <ac:spMkLst>
            <pc:docMk/>
            <pc:sldMk cId="3762730561" sldId="270"/>
            <ac:spMk id="5" creationId="{5ECA4C37-2120-C1F6-AF98-9C44156890B3}"/>
          </ac:spMkLst>
        </pc:spChg>
        <pc:graphicFrameChg chg="add mod modGraphic">
          <ac:chgData name="Nandini Reddy" userId="e5ec7e2074c869ac" providerId="LiveId" clId="{11D60139-647E-485B-9EF7-892AB6713A5C}" dt="2026-10-04T20:38:51.497" v="1013" actId="14100"/>
          <ac:graphicFrameMkLst>
            <pc:docMk/>
            <pc:sldMk cId="3762730561" sldId="270"/>
            <ac:graphicFrameMk id="8" creationId="{88D5F16C-9189-9BFC-730A-995F24713223}"/>
          </ac:graphicFrameMkLst>
        </pc:graphicFrameChg>
      </pc:sldChg>
      <pc:sldChg chg="delSp modSp mod">
        <pc:chgData name="Nandini Reddy" userId="e5ec7e2074c869ac" providerId="LiveId" clId="{11D60139-647E-485B-9EF7-892AB6713A5C}" dt="2026-10-04T22:23:39.528" v="2282" actId="20577"/>
        <pc:sldMkLst>
          <pc:docMk/>
          <pc:sldMk cId="4182614578" sldId="2767"/>
        </pc:sldMkLst>
        <pc:spChg chg="mod">
          <ac:chgData name="Nandini Reddy" userId="e5ec7e2074c869ac" providerId="LiveId" clId="{11D60139-647E-485B-9EF7-892AB6713A5C}" dt="2026-10-04T22:23:39.528" v="2282" actId="20577"/>
          <ac:spMkLst>
            <pc:docMk/>
            <pc:sldMk cId="4182614578" sldId="2767"/>
            <ac:spMk id="4" creationId="{5997F122-A907-7FF5-4E17-05D3D9FDA75B}"/>
          </ac:spMkLst>
        </pc:spChg>
        <pc:spChg chg="del">
          <ac:chgData name="Nandini Reddy" userId="e5ec7e2074c869ac" providerId="LiveId" clId="{11D60139-647E-485B-9EF7-892AB6713A5C}" dt="2026-10-04T22:01:31.534" v="2175" actId="21"/>
          <ac:spMkLst>
            <pc:docMk/>
            <pc:sldMk cId="4182614578" sldId="2767"/>
            <ac:spMk id="11" creationId="{3B60C5C2-A596-7FEB-7260-D4D75F7F7904}"/>
          </ac:spMkLst>
        </pc:spChg>
        <pc:spChg chg="del">
          <ac:chgData name="Nandini Reddy" userId="e5ec7e2074c869ac" providerId="LiveId" clId="{11D60139-647E-485B-9EF7-892AB6713A5C}" dt="2026-10-04T21:17:19.229" v="1553" actId="21"/>
          <ac:spMkLst>
            <pc:docMk/>
            <pc:sldMk cId="4182614578" sldId="2767"/>
            <ac:spMk id="12" creationId="{293C2242-EDFC-CC39-97DF-2DB1D8D580F5}"/>
          </ac:spMkLst>
        </pc:spChg>
      </pc:sldChg>
      <pc:sldChg chg="addSp delSp modSp new mod chgLayout">
        <pc:chgData name="Nandini Reddy" userId="e5ec7e2074c869ac" providerId="LiveId" clId="{11D60139-647E-485B-9EF7-892AB6713A5C}" dt="2026-10-04T22:00:12.919" v="2160" actId="21"/>
        <pc:sldMkLst>
          <pc:docMk/>
          <pc:sldMk cId="1362237137" sldId="2768"/>
        </pc:sldMkLst>
        <pc:spChg chg="del">
          <ac:chgData name="Nandini Reddy" userId="e5ec7e2074c869ac" providerId="LiveId" clId="{11D60139-647E-485B-9EF7-892AB6713A5C}" dt="2026-10-04T20:41:40.632" v="1071" actId="21"/>
          <ac:spMkLst>
            <pc:docMk/>
            <pc:sldMk cId="1362237137" sldId="2768"/>
            <ac:spMk id="2" creationId="{AFF05847-C604-99BF-B9A0-4EA8A27AAD76}"/>
          </ac:spMkLst>
        </pc:spChg>
        <pc:spChg chg="del">
          <ac:chgData name="Nandini Reddy" userId="e5ec7e2074c869ac" providerId="LiveId" clId="{11D60139-647E-485B-9EF7-892AB6713A5C}" dt="2026-10-04T20:41:46.685" v="1072" actId="21"/>
          <ac:spMkLst>
            <pc:docMk/>
            <pc:sldMk cId="1362237137" sldId="2768"/>
            <ac:spMk id="3" creationId="{316E7474-9D82-C3ED-12B5-0D49B0C44C16}"/>
          </ac:spMkLst>
        </pc:spChg>
        <pc:spChg chg="del">
          <ac:chgData name="Nandini Reddy" userId="e5ec7e2074c869ac" providerId="LiveId" clId="{11D60139-647E-485B-9EF7-892AB6713A5C}" dt="2026-10-04T20:41:35.935" v="1070" actId="21"/>
          <ac:spMkLst>
            <pc:docMk/>
            <pc:sldMk cId="1362237137" sldId="2768"/>
            <ac:spMk id="4" creationId="{74F85487-7FDA-A9AB-7974-A168BB3AEC2B}"/>
          </ac:spMkLst>
        </pc:spChg>
        <pc:spChg chg="del mod ord">
          <ac:chgData name="Nandini Reddy" userId="e5ec7e2074c869ac" providerId="LiveId" clId="{11D60139-647E-485B-9EF7-892AB6713A5C}" dt="2026-10-04T22:00:12.919" v="2160" actId="21"/>
          <ac:spMkLst>
            <pc:docMk/>
            <pc:sldMk cId="1362237137" sldId="2768"/>
            <ac:spMk id="5" creationId="{FE6A80B8-1310-5160-1258-896BEA40C330}"/>
          </ac:spMkLst>
        </pc:spChg>
        <pc:spChg chg="del mod ord">
          <ac:chgData name="Nandini Reddy" userId="e5ec7e2074c869ac" providerId="LiveId" clId="{11D60139-647E-485B-9EF7-892AB6713A5C}" dt="2026-10-04T21:27:41.313" v="1685" actId="21"/>
          <ac:spMkLst>
            <pc:docMk/>
            <pc:sldMk cId="1362237137" sldId="2768"/>
            <ac:spMk id="6" creationId="{6051C4D6-E484-8830-DA2E-C2A336B850FE}"/>
          </ac:spMkLst>
        </pc:spChg>
        <pc:spChg chg="mod ord">
          <ac:chgData name="Nandini Reddy" userId="e5ec7e2074c869ac" providerId="LiveId" clId="{11D60139-647E-485B-9EF7-892AB6713A5C}" dt="2026-10-04T20:42:03.912" v="1073" actId="700"/>
          <ac:spMkLst>
            <pc:docMk/>
            <pc:sldMk cId="1362237137" sldId="2768"/>
            <ac:spMk id="7" creationId="{41E8C59B-0C55-D061-7910-9537FAC85CB1}"/>
          </ac:spMkLst>
        </pc:spChg>
        <pc:spChg chg="add del mod ord">
          <ac:chgData name="Nandini Reddy" userId="e5ec7e2074c869ac" providerId="LiveId" clId="{11D60139-647E-485B-9EF7-892AB6713A5C}" dt="2026-10-04T20:42:11.218" v="1075" actId="21"/>
          <ac:spMkLst>
            <pc:docMk/>
            <pc:sldMk cId="1362237137" sldId="2768"/>
            <ac:spMk id="8" creationId="{EBF4896D-DC50-276B-E9C8-248C2C1A160C}"/>
          </ac:spMkLst>
        </pc:spChg>
        <pc:spChg chg="add del mod ord">
          <ac:chgData name="Nandini Reddy" userId="e5ec7e2074c869ac" providerId="LiveId" clId="{11D60139-647E-485B-9EF7-892AB6713A5C}" dt="2026-10-04T20:42:08.906" v="1074" actId="21"/>
          <ac:spMkLst>
            <pc:docMk/>
            <pc:sldMk cId="1362237137" sldId="2768"/>
            <ac:spMk id="9" creationId="{EF14EAF4-DCF8-595F-540F-5FA7B071D02E}"/>
          </ac:spMkLst>
        </pc:spChg>
        <pc:spChg chg="add mod">
          <ac:chgData name="Nandini Reddy" userId="e5ec7e2074c869ac" providerId="LiveId" clId="{11D60139-647E-485B-9EF7-892AB6713A5C}" dt="2026-10-04T20:44:32.282" v="1113" actId="14100"/>
          <ac:spMkLst>
            <pc:docMk/>
            <pc:sldMk cId="1362237137" sldId="2768"/>
            <ac:spMk id="12" creationId="{584EBA25-C17C-F9E4-A871-6D9DB8301ACC}"/>
          </ac:spMkLst>
        </pc:spChg>
        <pc:graphicFrameChg chg="add mod modGraphic">
          <ac:chgData name="Nandini Reddy" userId="e5ec7e2074c869ac" providerId="LiveId" clId="{11D60139-647E-485B-9EF7-892AB6713A5C}" dt="2026-10-04T21:36:52.084" v="1762" actId="14100"/>
          <ac:graphicFrameMkLst>
            <pc:docMk/>
            <pc:sldMk cId="1362237137" sldId="2768"/>
            <ac:graphicFrameMk id="11" creationId="{F7B87B6A-7881-9814-6382-19F2E8ECAEE7}"/>
          </ac:graphicFrameMkLst>
        </pc:graphicFrameChg>
      </pc:sldChg>
      <pc:sldChg chg="addSp delSp modSp new mod ord">
        <pc:chgData name="Nandini Reddy" userId="e5ec7e2074c869ac" providerId="LiveId" clId="{11D60139-647E-485B-9EF7-892AB6713A5C}" dt="2026-10-04T22:17:23.867" v="2236" actId="113"/>
        <pc:sldMkLst>
          <pc:docMk/>
          <pc:sldMk cId="3220067255" sldId="2769"/>
        </pc:sldMkLst>
        <pc:spChg chg="del">
          <ac:chgData name="Nandini Reddy" userId="e5ec7e2074c869ac" providerId="LiveId" clId="{11D60139-647E-485B-9EF7-892AB6713A5C}" dt="2026-10-04T20:46:02.872" v="1126" actId="21"/>
          <ac:spMkLst>
            <pc:docMk/>
            <pc:sldMk cId="3220067255" sldId="2769"/>
            <ac:spMk id="2" creationId="{EDC5C2D6-E69F-DFA1-4B25-51C3B66FEDF4}"/>
          </ac:spMkLst>
        </pc:spChg>
        <pc:spChg chg="del">
          <ac:chgData name="Nandini Reddy" userId="e5ec7e2074c869ac" providerId="LiveId" clId="{11D60139-647E-485B-9EF7-892AB6713A5C}" dt="2026-10-04T20:46:18.507" v="1129" actId="21"/>
          <ac:spMkLst>
            <pc:docMk/>
            <pc:sldMk cId="3220067255" sldId="2769"/>
            <ac:spMk id="3" creationId="{8EF8E702-4BC0-44AE-048B-242F2878A92C}"/>
          </ac:spMkLst>
        </pc:spChg>
        <pc:spChg chg="del">
          <ac:chgData name="Nandini Reddy" userId="e5ec7e2074c869ac" providerId="LiveId" clId="{11D60139-647E-485B-9EF7-892AB6713A5C}" dt="2026-10-04T20:45:03.942" v="1115" actId="21"/>
          <ac:spMkLst>
            <pc:docMk/>
            <pc:sldMk cId="3220067255" sldId="2769"/>
            <ac:spMk id="4" creationId="{4258731C-B071-AB42-64A8-3BF11135D136}"/>
          </ac:spMkLst>
        </pc:spChg>
        <pc:spChg chg="del">
          <ac:chgData name="Nandini Reddy" userId="e5ec7e2074c869ac" providerId="LiveId" clId="{11D60139-647E-485B-9EF7-892AB6713A5C}" dt="2026-10-04T22:00:08.021" v="2159" actId="21"/>
          <ac:spMkLst>
            <pc:docMk/>
            <pc:sldMk cId="3220067255" sldId="2769"/>
            <ac:spMk id="5" creationId="{315C55C9-E5FC-EE76-F827-D5F61E8A5E17}"/>
          </ac:spMkLst>
        </pc:spChg>
        <pc:spChg chg="del">
          <ac:chgData name="Nandini Reddy" userId="e5ec7e2074c869ac" providerId="LiveId" clId="{11D60139-647E-485B-9EF7-892AB6713A5C}" dt="2026-10-04T21:27:45.359" v="1686" actId="21"/>
          <ac:spMkLst>
            <pc:docMk/>
            <pc:sldMk cId="3220067255" sldId="2769"/>
            <ac:spMk id="6" creationId="{0D1FB388-8DA5-D955-33FE-47AADABB6213}"/>
          </ac:spMkLst>
        </pc:spChg>
        <pc:spChg chg="add del mod">
          <ac:chgData name="Nandini Reddy" userId="e5ec7e2074c869ac" providerId="LiveId" clId="{11D60139-647E-485B-9EF7-892AB6713A5C}" dt="2026-10-04T20:45:07.246" v="1117" actId="21"/>
          <ac:spMkLst>
            <pc:docMk/>
            <pc:sldMk cId="3220067255" sldId="2769"/>
            <ac:spMk id="8" creationId="{4258731C-B071-AB42-64A8-3BF11135D136}"/>
          </ac:spMkLst>
        </pc:spChg>
        <pc:spChg chg="add del mod">
          <ac:chgData name="Nandini Reddy" userId="e5ec7e2074c869ac" providerId="LiveId" clId="{11D60139-647E-485B-9EF7-892AB6713A5C}" dt="2026-10-04T20:46:56.031" v="1138"/>
          <ac:spMkLst>
            <pc:docMk/>
            <pc:sldMk cId="3220067255" sldId="2769"/>
            <ac:spMk id="13" creationId="{5D8C160D-110B-7993-A7F7-8967302EE2EC}"/>
          </ac:spMkLst>
        </pc:spChg>
        <pc:spChg chg="add mod">
          <ac:chgData name="Nandini Reddy" userId="e5ec7e2074c869ac" providerId="LiveId" clId="{11D60139-647E-485B-9EF7-892AB6713A5C}" dt="2026-10-04T20:46:46.093" v="1136" actId="1076"/>
          <ac:spMkLst>
            <pc:docMk/>
            <pc:sldMk cId="3220067255" sldId="2769"/>
            <ac:spMk id="15" creationId="{0062BA82-33D6-E73B-1591-D0DF8AB0FB89}"/>
          </ac:spMkLst>
        </pc:spChg>
        <pc:spChg chg="add del mod">
          <ac:chgData name="Nandini Reddy" userId="e5ec7e2074c869ac" providerId="LiveId" clId="{11D60139-647E-485B-9EF7-892AB6713A5C}" dt="2026-10-04T20:46:56.032" v="1140"/>
          <ac:spMkLst>
            <pc:docMk/>
            <pc:sldMk cId="3220067255" sldId="2769"/>
            <ac:spMk id="16" creationId="{4E26A6A5-DEF6-D21F-DD01-AA3FB1F6B6EE}"/>
          </ac:spMkLst>
        </pc:spChg>
        <pc:spChg chg="add mod">
          <ac:chgData name="Nandini Reddy" userId="e5ec7e2074c869ac" providerId="LiveId" clId="{11D60139-647E-485B-9EF7-892AB6713A5C}" dt="2026-10-04T22:17:23.867" v="2236" actId="113"/>
          <ac:spMkLst>
            <pc:docMk/>
            <pc:sldMk cId="3220067255" sldId="2769"/>
            <ac:spMk id="17" creationId="{4C2979D1-9011-1EC3-3D63-EA9ECD71EBFB}"/>
          </ac:spMkLst>
        </pc:spChg>
        <pc:graphicFrameChg chg="add mod">
          <ac:chgData name="Nandini Reddy" userId="e5ec7e2074c869ac" providerId="LiveId" clId="{11D60139-647E-485B-9EF7-892AB6713A5C}" dt="2026-10-04T20:45:45.425" v="1124" actId="207"/>
          <ac:graphicFrameMkLst>
            <pc:docMk/>
            <pc:sldMk cId="3220067255" sldId="2769"/>
            <ac:graphicFrameMk id="10" creationId="{37C6D57F-24F6-6590-512D-1E9E780A9101}"/>
          </ac:graphicFrameMkLst>
        </pc:graphicFrameChg>
        <pc:graphicFrameChg chg="add mod modGraphic">
          <ac:chgData name="Nandini Reddy" userId="e5ec7e2074c869ac" providerId="LiveId" clId="{11D60139-647E-485B-9EF7-892AB6713A5C}" dt="2026-10-04T20:46:23.641" v="1131" actId="14100"/>
          <ac:graphicFrameMkLst>
            <pc:docMk/>
            <pc:sldMk cId="3220067255" sldId="2769"/>
            <ac:graphicFrameMk id="12" creationId="{A7F820A8-A920-2216-3FF0-3D764AD418DF}"/>
          </ac:graphicFrameMkLst>
        </pc:graphicFrameChg>
      </pc:sldChg>
      <pc:sldChg chg="addSp delSp modSp new mod ord">
        <pc:chgData name="Nandini Reddy" userId="e5ec7e2074c869ac" providerId="LiveId" clId="{11D60139-647E-485B-9EF7-892AB6713A5C}" dt="2026-10-04T22:15:54.340" v="2225" actId="14100"/>
        <pc:sldMkLst>
          <pc:docMk/>
          <pc:sldMk cId="50430730" sldId="2770"/>
        </pc:sldMkLst>
        <pc:spChg chg="del mod">
          <ac:chgData name="Nandini Reddy" userId="e5ec7e2074c869ac" providerId="LiveId" clId="{11D60139-647E-485B-9EF7-892AB6713A5C}" dt="2026-10-04T21:34:16.682" v="1742" actId="21"/>
          <ac:spMkLst>
            <pc:docMk/>
            <pc:sldMk cId="50430730" sldId="2770"/>
            <ac:spMk id="2" creationId="{592B5224-7975-46EF-30DA-8F77984DD0DC}"/>
          </ac:spMkLst>
        </pc:spChg>
        <pc:spChg chg="del mod">
          <ac:chgData name="Nandini Reddy" userId="e5ec7e2074c869ac" providerId="LiveId" clId="{11D60139-647E-485B-9EF7-892AB6713A5C}" dt="2026-10-04T21:36:03.839" v="1754" actId="931"/>
          <ac:spMkLst>
            <pc:docMk/>
            <pc:sldMk cId="50430730" sldId="2770"/>
            <ac:spMk id="3" creationId="{E532EF0F-4D2F-3D85-2693-E53E5547ED85}"/>
          </ac:spMkLst>
        </pc:spChg>
        <pc:spChg chg="del">
          <ac:chgData name="Nandini Reddy" userId="e5ec7e2074c869ac" providerId="LiveId" clId="{11D60139-647E-485B-9EF7-892AB6713A5C}" dt="2026-10-04T22:00:17.333" v="2161" actId="21"/>
          <ac:spMkLst>
            <pc:docMk/>
            <pc:sldMk cId="50430730" sldId="2770"/>
            <ac:spMk id="4" creationId="{0610456F-1633-28EA-6AC6-F1BE182FDA53}"/>
          </ac:spMkLst>
        </pc:spChg>
        <pc:spChg chg="del">
          <ac:chgData name="Nandini Reddy" userId="e5ec7e2074c869ac" providerId="LiveId" clId="{11D60139-647E-485B-9EF7-892AB6713A5C}" dt="2026-10-04T21:36:25.583" v="1759" actId="21"/>
          <ac:spMkLst>
            <pc:docMk/>
            <pc:sldMk cId="50430730" sldId="2770"/>
            <ac:spMk id="5" creationId="{8427A5BC-9BD8-F27B-F2E9-CC2EF24E7463}"/>
          </ac:spMkLst>
        </pc:spChg>
        <pc:spChg chg="add mod">
          <ac:chgData name="Nandini Reddy" userId="e5ec7e2074c869ac" providerId="LiveId" clId="{11D60139-647E-485B-9EF7-892AB6713A5C}" dt="2026-10-04T22:15:33.321" v="2221" actId="14100"/>
          <ac:spMkLst>
            <pc:docMk/>
            <pc:sldMk cId="50430730" sldId="2770"/>
            <ac:spMk id="8" creationId="{907141B7-CB62-EA31-5AB0-105A14C4C69D}"/>
          </ac:spMkLst>
        </pc:spChg>
        <pc:spChg chg="add mod">
          <ac:chgData name="Nandini Reddy" userId="e5ec7e2074c869ac" providerId="LiveId" clId="{11D60139-647E-485B-9EF7-892AB6713A5C}" dt="2026-10-04T22:15:42.841" v="2222" actId="14100"/>
          <ac:spMkLst>
            <pc:docMk/>
            <pc:sldMk cId="50430730" sldId="2770"/>
            <ac:spMk id="9" creationId="{0D69AF79-4FDB-FB5A-2CA7-6233E7A5B493}"/>
          </ac:spMkLst>
        </pc:spChg>
        <pc:picChg chg="add mod ord">
          <ac:chgData name="Nandini Reddy" userId="e5ec7e2074c869ac" providerId="LiveId" clId="{11D60139-647E-485B-9EF7-892AB6713A5C}" dt="2026-10-04T22:15:54.340" v="2225" actId="14100"/>
          <ac:picMkLst>
            <pc:docMk/>
            <pc:sldMk cId="50430730" sldId="2770"/>
            <ac:picMk id="11" creationId="{CB48B482-8FBF-072B-5035-DAD8CE61E0E3}"/>
          </ac:picMkLst>
        </pc:picChg>
      </pc:sldChg>
      <pc:sldChg chg="addSp delSp modSp new mod ord modClrScheme chgLayout">
        <pc:chgData name="Nandini Reddy" userId="e5ec7e2074c869ac" providerId="LiveId" clId="{11D60139-647E-485B-9EF7-892AB6713A5C}" dt="2026-10-04T22:00:02.568" v="2158" actId="21"/>
        <pc:sldMkLst>
          <pc:docMk/>
          <pc:sldMk cId="900419572" sldId="2771"/>
        </pc:sldMkLst>
        <pc:spChg chg="del">
          <ac:chgData name="Nandini Reddy" userId="e5ec7e2074c869ac" providerId="LiveId" clId="{11D60139-647E-485B-9EF7-892AB6713A5C}" dt="2026-10-04T21:37:36.490" v="1766" actId="6264"/>
          <ac:spMkLst>
            <pc:docMk/>
            <pc:sldMk cId="900419572" sldId="2771"/>
            <ac:spMk id="2" creationId="{D291B827-09D7-ACD8-A2C0-D3B92A5AB33F}"/>
          </ac:spMkLst>
        </pc:spChg>
        <pc:spChg chg="del">
          <ac:chgData name="Nandini Reddy" userId="e5ec7e2074c869ac" providerId="LiveId" clId="{11D60139-647E-485B-9EF7-892AB6713A5C}" dt="2026-10-04T21:37:36.490" v="1766" actId="6264"/>
          <ac:spMkLst>
            <pc:docMk/>
            <pc:sldMk cId="900419572" sldId="2771"/>
            <ac:spMk id="3" creationId="{5E742C32-70D0-E5F6-44BA-E0D41B34232F}"/>
          </ac:spMkLst>
        </pc:spChg>
        <pc:spChg chg="del mod ord">
          <ac:chgData name="Nandini Reddy" userId="e5ec7e2074c869ac" providerId="LiveId" clId="{11D60139-647E-485B-9EF7-892AB6713A5C}" dt="2026-10-04T22:00:02.568" v="2158" actId="21"/>
          <ac:spMkLst>
            <pc:docMk/>
            <pc:sldMk cId="900419572" sldId="2771"/>
            <ac:spMk id="4" creationId="{F2CBEAAB-C861-BC71-0166-DCB539A7D4CA}"/>
          </ac:spMkLst>
        </pc:spChg>
        <pc:spChg chg="del mod ord">
          <ac:chgData name="Nandini Reddy" userId="e5ec7e2074c869ac" providerId="LiveId" clId="{11D60139-647E-485B-9EF7-892AB6713A5C}" dt="2026-10-04T21:38:35.745" v="1805" actId="21"/>
          <ac:spMkLst>
            <pc:docMk/>
            <pc:sldMk cId="900419572" sldId="2771"/>
            <ac:spMk id="5" creationId="{DE415D14-5C68-6486-65D4-BA3AA48534E4}"/>
          </ac:spMkLst>
        </pc:spChg>
        <pc:spChg chg="mod ord">
          <ac:chgData name="Nandini Reddy" userId="e5ec7e2074c869ac" providerId="LiveId" clId="{11D60139-647E-485B-9EF7-892AB6713A5C}" dt="2026-10-04T21:37:48.660" v="1768" actId="700"/>
          <ac:spMkLst>
            <pc:docMk/>
            <pc:sldMk cId="900419572" sldId="2771"/>
            <ac:spMk id="6" creationId="{377B396F-0FFF-E9CD-3A6F-7A1F3C1A150A}"/>
          </ac:spMkLst>
        </pc:spChg>
        <pc:spChg chg="add del mod">
          <ac:chgData name="Nandini Reddy" userId="e5ec7e2074c869ac" providerId="LiveId" clId="{11D60139-647E-485B-9EF7-892AB6713A5C}" dt="2026-10-04T21:37:36.490" v="1766" actId="6264"/>
          <ac:spMkLst>
            <pc:docMk/>
            <pc:sldMk cId="900419572" sldId="2771"/>
            <ac:spMk id="7" creationId="{CFFCA9DF-B6F0-7CFF-05DA-E335B9E79C6F}"/>
          </ac:spMkLst>
        </pc:spChg>
        <pc:spChg chg="add del mod">
          <ac:chgData name="Nandini Reddy" userId="e5ec7e2074c869ac" providerId="LiveId" clId="{11D60139-647E-485B-9EF7-892AB6713A5C}" dt="2026-10-04T21:37:36.490" v="1766" actId="6264"/>
          <ac:spMkLst>
            <pc:docMk/>
            <pc:sldMk cId="900419572" sldId="2771"/>
            <ac:spMk id="8" creationId="{1A8DD0DC-8D5E-15C3-33DC-DE22DD0C094D}"/>
          </ac:spMkLst>
        </pc:spChg>
        <pc:spChg chg="add del mod">
          <ac:chgData name="Nandini Reddy" userId="e5ec7e2074c869ac" providerId="LiveId" clId="{11D60139-647E-485B-9EF7-892AB6713A5C}" dt="2026-10-04T21:37:36.490" v="1766" actId="6264"/>
          <ac:spMkLst>
            <pc:docMk/>
            <pc:sldMk cId="900419572" sldId="2771"/>
            <ac:spMk id="9" creationId="{43B0673A-F7C2-B3C7-60E9-BBEF30950024}"/>
          </ac:spMkLst>
        </pc:spChg>
        <pc:spChg chg="add del mod ord">
          <ac:chgData name="Nandini Reddy" userId="e5ec7e2074c869ac" providerId="LiveId" clId="{11D60139-647E-485B-9EF7-892AB6713A5C}" dt="2026-10-04T21:37:37.468" v="1767" actId="6264"/>
          <ac:spMkLst>
            <pc:docMk/>
            <pc:sldMk cId="900419572" sldId="2771"/>
            <ac:spMk id="10" creationId="{6765D32C-AD69-6D36-CF45-5C596A38EF8B}"/>
          </ac:spMkLst>
        </pc:spChg>
        <pc:spChg chg="add del mod ord">
          <ac:chgData name="Nandini Reddy" userId="e5ec7e2074c869ac" providerId="LiveId" clId="{11D60139-647E-485B-9EF7-892AB6713A5C}" dt="2026-10-04T21:37:37.468" v="1767" actId="6264"/>
          <ac:spMkLst>
            <pc:docMk/>
            <pc:sldMk cId="900419572" sldId="2771"/>
            <ac:spMk id="11" creationId="{DEB34BEB-A54D-B327-8B3A-4A09D381BA14}"/>
          </ac:spMkLst>
        </pc:spChg>
        <pc:spChg chg="add del mod">
          <ac:chgData name="Nandini Reddy" userId="e5ec7e2074c869ac" providerId="LiveId" clId="{11D60139-647E-485B-9EF7-892AB6713A5C}" dt="2026-10-04T21:37:37.468" v="1767" actId="6264"/>
          <ac:spMkLst>
            <pc:docMk/>
            <pc:sldMk cId="900419572" sldId="2771"/>
            <ac:spMk id="12" creationId="{DE82C048-890B-653F-C570-F5E7D16E8492}"/>
          </ac:spMkLst>
        </pc:spChg>
        <pc:spChg chg="add del mod">
          <ac:chgData name="Nandini Reddy" userId="e5ec7e2074c869ac" providerId="LiveId" clId="{11D60139-647E-485B-9EF7-892AB6713A5C}" dt="2026-10-04T21:37:37.468" v="1767" actId="6264"/>
          <ac:spMkLst>
            <pc:docMk/>
            <pc:sldMk cId="900419572" sldId="2771"/>
            <ac:spMk id="13" creationId="{7C3A334F-FC70-4E69-D3E4-5187D9A347F6}"/>
          </ac:spMkLst>
        </pc:spChg>
        <pc:spChg chg="add del mod">
          <ac:chgData name="Nandini Reddy" userId="e5ec7e2074c869ac" providerId="LiveId" clId="{11D60139-647E-485B-9EF7-892AB6713A5C}" dt="2026-10-04T21:37:37.468" v="1767" actId="6264"/>
          <ac:spMkLst>
            <pc:docMk/>
            <pc:sldMk cId="900419572" sldId="2771"/>
            <ac:spMk id="14" creationId="{8C0CC9FE-7A19-533B-BBFC-94628D3368E5}"/>
          </ac:spMkLst>
        </pc:spChg>
        <pc:spChg chg="add del mod ord">
          <ac:chgData name="Nandini Reddy" userId="e5ec7e2074c869ac" providerId="LiveId" clId="{11D60139-647E-485B-9EF7-892AB6713A5C}" dt="2026-10-04T21:37:48.660" v="1768" actId="700"/>
          <ac:spMkLst>
            <pc:docMk/>
            <pc:sldMk cId="900419572" sldId="2771"/>
            <ac:spMk id="15" creationId="{B2D17C8B-CFE0-033D-DF1E-43E34B6ED15B}"/>
          </ac:spMkLst>
        </pc:spChg>
        <pc:spChg chg="add del mod ord">
          <ac:chgData name="Nandini Reddy" userId="e5ec7e2074c869ac" providerId="LiveId" clId="{11D60139-647E-485B-9EF7-892AB6713A5C}" dt="2026-10-04T21:37:48.660" v="1768" actId="700"/>
          <ac:spMkLst>
            <pc:docMk/>
            <pc:sldMk cId="900419572" sldId="2771"/>
            <ac:spMk id="16" creationId="{7227D3D2-FC10-4064-1132-F0C3BE19A2A5}"/>
          </ac:spMkLst>
        </pc:spChg>
        <pc:spChg chg="add mod ord">
          <ac:chgData name="Nandini Reddy" userId="e5ec7e2074c869ac" providerId="LiveId" clId="{11D60139-647E-485B-9EF7-892AB6713A5C}" dt="2026-10-04T21:38:03.639" v="1786" actId="20577"/>
          <ac:spMkLst>
            <pc:docMk/>
            <pc:sldMk cId="900419572" sldId="2771"/>
            <ac:spMk id="17" creationId="{04827A16-8B7F-0C46-997F-D48B25BB85A9}"/>
          </ac:spMkLst>
        </pc:spChg>
        <pc:spChg chg="add mod ord">
          <ac:chgData name="Nandini Reddy" userId="e5ec7e2074c869ac" providerId="LiveId" clId="{11D60139-647E-485B-9EF7-892AB6713A5C}" dt="2026-10-04T21:38:20.657" v="1804" actId="27636"/>
          <ac:spMkLst>
            <pc:docMk/>
            <pc:sldMk cId="900419572" sldId="2771"/>
            <ac:spMk id="18" creationId="{AEDA8A38-8D72-DF40-6AB5-2AA445A49338}"/>
          </ac:spMkLst>
        </pc:spChg>
        <pc:spChg chg="add del mod ord">
          <ac:chgData name="Nandini Reddy" userId="e5ec7e2074c869ac" providerId="LiveId" clId="{11D60139-647E-485B-9EF7-892AB6713A5C}" dt="2026-10-04T21:39:55.795" v="1808" actId="931"/>
          <ac:spMkLst>
            <pc:docMk/>
            <pc:sldMk cId="900419572" sldId="2771"/>
            <ac:spMk id="19" creationId="{6D549B66-3E78-1183-C06F-41414623F93A}"/>
          </ac:spMkLst>
        </pc:spChg>
        <pc:spChg chg="add del mod">
          <ac:chgData name="Nandini Reddy" userId="e5ec7e2074c869ac" providerId="LiveId" clId="{11D60139-647E-485B-9EF7-892AB6713A5C}" dt="2026-10-04T21:44:28.042" v="1817" actId="931"/>
          <ac:spMkLst>
            <pc:docMk/>
            <pc:sldMk cId="900419572" sldId="2771"/>
            <ac:spMk id="23" creationId="{381C72BE-C89C-881F-764D-DF695B154D40}"/>
          </ac:spMkLst>
        </pc:spChg>
        <pc:picChg chg="add del mod ord">
          <ac:chgData name="Nandini Reddy" userId="e5ec7e2074c869ac" providerId="LiveId" clId="{11D60139-647E-485B-9EF7-892AB6713A5C}" dt="2026-10-04T21:40:13.507" v="1814" actId="21"/>
          <ac:picMkLst>
            <pc:docMk/>
            <pc:sldMk cId="900419572" sldId="2771"/>
            <ac:picMk id="21" creationId="{BEC02B91-9AE7-F82C-CDC1-2D524DCACF46}"/>
          </ac:picMkLst>
        </pc:picChg>
        <pc:picChg chg="add mod ord">
          <ac:chgData name="Nandini Reddy" userId="e5ec7e2074c869ac" providerId="LiveId" clId="{11D60139-647E-485B-9EF7-892AB6713A5C}" dt="2026-10-04T21:45:04.189" v="1832" actId="14100"/>
          <ac:picMkLst>
            <pc:docMk/>
            <pc:sldMk cId="900419572" sldId="2771"/>
            <ac:picMk id="25" creationId="{411708BD-CDE1-9241-00C3-0CF2B857954D}"/>
          </ac:picMkLst>
        </pc:picChg>
      </pc:sldChg>
      <pc:sldChg chg="addSp delSp modSp new mod">
        <pc:chgData name="Nandini Reddy" userId="e5ec7e2074c869ac" providerId="LiveId" clId="{11D60139-647E-485B-9EF7-892AB6713A5C}" dt="2026-10-04T22:16:46.227" v="2233" actId="2"/>
        <pc:sldMkLst>
          <pc:docMk/>
          <pc:sldMk cId="3896506944" sldId="2772"/>
        </pc:sldMkLst>
        <pc:spChg chg="mod">
          <ac:chgData name="Nandini Reddy" userId="e5ec7e2074c869ac" providerId="LiveId" clId="{11D60139-647E-485B-9EF7-892AB6713A5C}" dt="2026-10-04T22:16:22.564" v="2227" actId="14100"/>
          <ac:spMkLst>
            <pc:docMk/>
            <pc:sldMk cId="3896506944" sldId="2772"/>
            <ac:spMk id="2" creationId="{0493BE99-A82B-C008-F0C1-98F364FFF2B9}"/>
          </ac:spMkLst>
        </pc:spChg>
        <pc:spChg chg="del">
          <ac:chgData name="Nandini Reddy" userId="e5ec7e2074c869ac" providerId="LiveId" clId="{11D60139-647E-485B-9EF7-892AB6713A5C}" dt="2026-10-04T21:45:28.412" v="1833" actId="931"/>
          <ac:spMkLst>
            <pc:docMk/>
            <pc:sldMk cId="3896506944" sldId="2772"/>
            <ac:spMk id="3" creationId="{39C52C33-B8C8-E5C1-BC70-BA303402ABE1}"/>
          </ac:spMkLst>
        </pc:spChg>
        <pc:spChg chg="mod">
          <ac:chgData name="Nandini Reddy" userId="e5ec7e2074c869ac" providerId="LiveId" clId="{11D60139-647E-485B-9EF7-892AB6713A5C}" dt="2026-10-04T22:16:46.227" v="2233" actId="2"/>
          <ac:spMkLst>
            <pc:docMk/>
            <pc:sldMk cId="3896506944" sldId="2772"/>
            <ac:spMk id="4" creationId="{C7D1FF40-BF23-2CFE-F9CD-AD245C08BBF5}"/>
          </ac:spMkLst>
        </pc:spChg>
        <pc:spChg chg="del">
          <ac:chgData name="Nandini Reddy" userId="e5ec7e2074c869ac" providerId="LiveId" clId="{11D60139-647E-485B-9EF7-892AB6713A5C}" dt="2026-10-04T21:59:57.146" v="2157" actId="21"/>
          <ac:spMkLst>
            <pc:docMk/>
            <pc:sldMk cId="3896506944" sldId="2772"/>
            <ac:spMk id="5" creationId="{F67507F0-3498-0F28-1E82-0C1BB5973519}"/>
          </ac:spMkLst>
        </pc:spChg>
        <pc:spChg chg="del">
          <ac:chgData name="Nandini Reddy" userId="e5ec7e2074c869ac" providerId="LiveId" clId="{11D60139-647E-485B-9EF7-892AB6713A5C}" dt="2026-10-04T21:48:59.093" v="1883" actId="21"/>
          <ac:spMkLst>
            <pc:docMk/>
            <pc:sldMk cId="3896506944" sldId="2772"/>
            <ac:spMk id="6" creationId="{4DEA2FFA-DC5C-2725-5D4B-B40EB4C43A49}"/>
          </ac:spMkLst>
        </pc:spChg>
        <pc:picChg chg="add mod ord">
          <ac:chgData name="Nandini Reddy" userId="e5ec7e2074c869ac" providerId="LiveId" clId="{11D60139-647E-485B-9EF7-892AB6713A5C}" dt="2026-10-04T21:46:10.073" v="1847" actId="1076"/>
          <ac:picMkLst>
            <pc:docMk/>
            <pc:sldMk cId="3896506944" sldId="2772"/>
            <ac:picMk id="9" creationId="{9EFA285F-6CCA-3BF7-57C4-D73FFA27CAEF}"/>
          </ac:picMkLst>
        </pc:picChg>
      </pc:sldChg>
      <pc:sldChg chg="addSp delSp modSp new mod">
        <pc:chgData name="Nandini Reddy" userId="e5ec7e2074c869ac" providerId="LiveId" clId="{11D60139-647E-485B-9EF7-892AB6713A5C}" dt="2026-10-04T22:20:45.866" v="2259" actId="14100"/>
        <pc:sldMkLst>
          <pc:docMk/>
          <pc:sldMk cId="3706829728" sldId="2773"/>
        </pc:sldMkLst>
        <pc:spChg chg="mod">
          <ac:chgData name="Nandini Reddy" userId="e5ec7e2074c869ac" providerId="LiveId" clId="{11D60139-647E-485B-9EF7-892AB6713A5C}" dt="2026-10-04T22:16:39.330" v="2230" actId="2"/>
          <ac:spMkLst>
            <pc:docMk/>
            <pc:sldMk cId="3706829728" sldId="2773"/>
            <ac:spMk id="2" creationId="{77E6A29D-68EB-CF2D-A887-421A86080861}"/>
          </ac:spMkLst>
        </pc:spChg>
        <pc:spChg chg="del">
          <ac:chgData name="Nandini Reddy" userId="e5ec7e2074c869ac" providerId="LiveId" clId="{11D60139-647E-485B-9EF7-892AB6713A5C}" dt="2026-10-04T21:46:24.350" v="1849" actId="21"/>
          <ac:spMkLst>
            <pc:docMk/>
            <pc:sldMk cId="3706829728" sldId="2773"/>
            <ac:spMk id="3" creationId="{74D34325-56EE-529A-944A-6B4517278C9A}"/>
          </ac:spMkLst>
        </pc:spChg>
        <pc:spChg chg="add del mod">
          <ac:chgData name="Nandini Reddy" userId="e5ec7e2074c869ac" providerId="LiveId" clId="{11D60139-647E-485B-9EF7-892AB6713A5C}" dt="2026-10-04T21:48:35.060" v="1878" actId="14100"/>
          <ac:spMkLst>
            <pc:docMk/>
            <pc:sldMk cId="3706829728" sldId="2773"/>
            <ac:spMk id="4" creationId="{EA442249-713E-1833-230E-2C75DA407C1A}"/>
          </ac:spMkLst>
        </pc:spChg>
        <pc:spChg chg="del">
          <ac:chgData name="Nandini Reddy" userId="e5ec7e2074c869ac" providerId="LiveId" clId="{11D60139-647E-485B-9EF7-892AB6713A5C}" dt="2026-10-04T21:59:51.488" v="2156" actId="21"/>
          <ac:spMkLst>
            <pc:docMk/>
            <pc:sldMk cId="3706829728" sldId="2773"/>
            <ac:spMk id="5" creationId="{929C8B1E-3351-D566-5E43-C9749CA9B9E7}"/>
          </ac:spMkLst>
        </pc:spChg>
        <pc:spChg chg="del">
          <ac:chgData name="Nandini Reddy" userId="e5ec7e2074c869ac" providerId="LiveId" clId="{11D60139-647E-485B-9EF7-892AB6713A5C}" dt="2026-10-04T21:48:52.796" v="1882" actId="21"/>
          <ac:spMkLst>
            <pc:docMk/>
            <pc:sldMk cId="3706829728" sldId="2773"/>
            <ac:spMk id="6" creationId="{4ED71C7A-89F3-C23F-8B9A-B3A26C9A15E7}"/>
          </ac:spMkLst>
        </pc:spChg>
        <pc:spChg chg="add del mod">
          <ac:chgData name="Nandini Reddy" userId="e5ec7e2074c869ac" providerId="LiveId" clId="{11D60139-647E-485B-9EF7-892AB6713A5C}" dt="2026-10-04T21:47:22.495" v="1858" actId="21"/>
          <ac:spMkLst>
            <pc:docMk/>
            <pc:sldMk cId="3706829728" sldId="2773"/>
            <ac:spMk id="9" creationId="{4332764B-9CB6-4DB6-9A02-47FEE3987298}"/>
          </ac:spMkLst>
        </pc:spChg>
        <pc:spChg chg="add mod">
          <ac:chgData name="Nandini Reddy" userId="e5ec7e2074c869ac" providerId="LiveId" clId="{11D60139-647E-485B-9EF7-892AB6713A5C}" dt="2026-10-04T21:47:38.335" v="1864" actId="27636"/>
          <ac:spMkLst>
            <pc:docMk/>
            <pc:sldMk cId="3706829728" sldId="2773"/>
            <ac:spMk id="10" creationId="{4D4B838D-BE73-4689-6E91-673B81E762BC}"/>
          </ac:spMkLst>
        </pc:spChg>
        <pc:spChg chg="add mod">
          <ac:chgData name="Nandini Reddy" userId="e5ec7e2074c869ac" providerId="LiveId" clId="{11D60139-647E-485B-9EF7-892AB6713A5C}" dt="2026-10-04T22:20:45.866" v="2259" actId="14100"/>
          <ac:spMkLst>
            <pc:docMk/>
            <pc:sldMk cId="3706829728" sldId="2773"/>
            <ac:spMk id="11" creationId="{91D2CA0E-867E-24E7-445B-ED7EF6F69EC0}"/>
          </ac:spMkLst>
        </pc:spChg>
      </pc:sldChg>
      <pc:sldChg chg="addSp delSp modSp new mod modClrScheme chgLayout">
        <pc:chgData name="Nandini Reddy" userId="e5ec7e2074c869ac" providerId="LiveId" clId="{11D60139-647E-485B-9EF7-892AB6713A5C}" dt="2026-10-04T22:17:12.722" v="2235" actId="113"/>
        <pc:sldMkLst>
          <pc:docMk/>
          <pc:sldMk cId="533939340" sldId="2774"/>
        </pc:sldMkLst>
        <pc:spChg chg="del">
          <ac:chgData name="Nandini Reddy" userId="e5ec7e2074c869ac" providerId="LiveId" clId="{11D60139-647E-485B-9EF7-892AB6713A5C}" dt="2026-10-04T21:50:04.898" v="1886" actId="6264"/>
          <ac:spMkLst>
            <pc:docMk/>
            <pc:sldMk cId="533939340" sldId="2774"/>
            <ac:spMk id="2" creationId="{40E45F5D-7B4E-F328-AD64-EE8E772A66F5}"/>
          </ac:spMkLst>
        </pc:spChg>
        <pc:spChg chg="del">
          <ac:chgData name="Nandini Reddy" userId="e5ec7e2074c869ac" providerId="LiveId" clId="{11D60139-647E-485B-9EF7-892AB6713A5C}" dt="2026-10-04T21:50:04.898" v="1886" actId="6264"/>
          <ac:spMkLst>
            <pc:docMk/>
            <pc:sldMk cId="533939340" sldId="2774"/>
            <ac:spMk id="3" creationId="{9BDF3F04-66E5-9CE8-7562-A301772A994D}"/>
          </ac:spMkLst>
        </pc:spChg>
        <pc:spChg chg="del mod ord">
          <ac:chgData name="Nandini Reddy" userId="e5ec7e2074c869ac" providerId="LiveId" clId="{11D60139-647E-485B-9EF7-892AB6713A5C}" dt="2026-10-04T21:59:46.492" v="2155" actId="21"/>
          <ac:spMkLst>
            <pc:docMk/>
            <pc:sldMk cId="533939340" sldId="2774"/>
            <ac:spMk id="5" creationId="{B7C74304-0411-74E5-B787-077F63BCD4F6}"/>
          </ac:spMkLst>
        </pc:spChg>
        <pc:spChg chg="del mod ord">
          <ac:chgData name="Nandini Reddy" userId="e5ec7e2074c869ac" providerId="LiveId" clId="{11D60139-647E-485B-9EF7-892AB6713A5C}" dt="2026-10-04T21:57:35.705" v="1999" actId="21"/>
          <ac:spMkLst>
            <pc:docMk/>
            <pc:sldMk cId="533939340" sldId="2774"/>
            <ac:spMk id="6" creationId="{3E10B903-7F80-89B0-4A6A-05106C61577C}"/>
          </ac:spMkLst>
        </pc:spChg>
        <pc:spChg chg="mod ord">
          <ac:chgData name="Nandini Reddy" userId="e5ec7e2074c869ac" providerId="LiveId" clId="{11D60139-647E-485B-9EF7-892AB6713A5C}" dt="2026-10-04T21:50:24.851" v="1889" actId="700"/>
          <ac:spMkLst>
            <pc:docMk/>
            <pc:sldMk cId="533939340" sldId="2774"/>
            <ac:spMk id="7" creationId="{E3EB018E-DD36-4D8B-A881-B2224FB7822D}"/>
          </ac:spMkLst>
        </pc:spChg>
        <pc:spChg chg="add del mod">
          <ac:chgData name="Nandini Reddy" userId="e5ec7e2074c869ac" providerId="LiveId" clId="{11D60139-647E-485B-9EF7-892AB6713A5C}" dt="2026-10-04T21:50:04.898" v="1886" actId="6264"/>
          <ac:spMkLst>
            <pc:docMk/>
            <pc:sldMk cId="533939340" sldId="2774"/>
            <ac:spMk id="9" creationId="{300397DE-3D8F-6BBE-B381-154107CE97E8}"/>
          </ac:spMkLst>
        </pc:spChg>
        <pc:spChg chg="add del mod">
          <ac:chgData name="Nandini Reddy" userId="e5ec7e2074c869ac" providerId="LiveId" clId="{11D60139-647E-485B-9EF7-892AB6713A5C}" dt="2026-10-04T21:50:04.898" v="1886" actId="6264"/>
          <ac:spMkLst>
            <pc:docMk/>
            <pc:sldMk cId="533939340" sldId="2774"/>
            <ac:spMk id="10" creationId="{6037451F-7D99-BAF3-DA1B-2AE0BE621D8B}"/>
          </ac:spMkLst>
        </pc:spChg>
        <pc:spChg chg="add del mod ord">
          <ac:chgData name="Nandini Reddy" userId="e5ec7e2074c869ac" providerId="LiveId" clId="{11D60139-647E-485B-9EF7-892AB6713A5C}" dt="2026-10-04T21:50:05.928" v="1887" actId="6264"/>
          <ac:spMkLst>
            <pc:docMk/>
            <pc:sldMk cId="533939340" sldId="2774"/>
            <ac:spMk id="11" creationId="{9C26F94D-BE3D-EC78-220B-174CFD110B6B}"/>
          </ac:spMkLst>
        </pc:spChg>
        <pc:spChg chg="add del mod ord">
          <ac:chgData name="Nandini Reddy" userId="e5ec7e2074c869ac" providerId="LiveId" clId="{11D60139-647E-485B-9EF7-892AB6713A5C}" dt="2026-10-04T21:50:05.928" v="1887" actId="6264"/>
          <ac:spMkLst>
            <pc:docMk/>
            <pc:sldMk cId="533939340" sldId="2774"/>
            <ac:spMk id="12" creationId="{A3A42FBD-C171-3812-28F0-AD7700A35F0A}"/>
          </ac:spMkLst>
        </pc:spChg>
        <pc:spChg chg="add del mod ord">
          <ac:chgData name="Nandini Reddy" userId="e5ec7e2074c869ac" providerId="LiveId" clId="{11D60139-647E-485B-9EF7-892AB6713A5C}" dt="2026-10-04T21:50:05.928" v="1887" actId="6264"/>
          <ac:spMkLst>
            <pc:docMk/>
            <pc:sldMk cId="533939340" sldId="2774"/>
            <ac:spMk id="13" creationId="{EB6D1F58-CB4A-AD74-DA3A-6A9DCF93F510}"/>
          </ac:spMkLst>
        </pc:spChg>
        <pc:spChg chg="add del mod">
          <ac:chgData name="Nandini Reddy" userId="e5ec7e2074c869ac" providerId="LiveId" clId="{11D60139-647E-485B-9EF7-892AB6713A5C}" dt="2026-10-04T21:50:05.928" v="1887" actId="6264"/>
          <ac:spMkLst>
            <pc:docMk/>
            <pc:sldMk cId="533939340" sldId="2774"/>
            <ac:spMk id="14" creationId="{3E3075C1-210B-D66A-9B80-B1B7591BFB2D}"/>
          </ac:spMkLst>
        </pc:spChg>
        <pc:spChg chg="add del mod">
          <ac:chgData name="Nandini Reddy" userId="e5ec7e2074c869ac" providerId="LiveId" clId="{11D60139-647E-485B-9EF7-892AB6713A5C}" dt="2026-10-04T21:50:05.928" v="1887" actId="6264"/>
          <ac:spMkLst>
            <pc:docMk/>
            <pc:sldMk cId="533939340" sldId="2774"/>
            <ac:spMk id="15" creationId="{9D3757DC-605C-C823-CAF0-DD80C19C22E0}"/>
          </ac:spMkLst>
        </pc:spChg>
        <pc:spChg chg="add del mod or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17" creationId="{C2C2EE03-4255-DFE4-27C1-D9EE377098E5}"/>
          </ac:spMkLst>
        </pc:spChg>
        <pc:spChg chg="add del mod or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18" creationId="{19A0D712-0E7C-B3D1-B1DB-265497E7DD72}"/>
          </ac:spMkLst>
        </pc:spChg>
        <pc:spChg chg="add del mod or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19" creationId="{26960D46-EF54-1651-1843-B9E5287DAF74}"/>
          </ac:spMkLst>
        </pc:spChg>
        <pc:spChg chg="add del mo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20" creationId="{3F200014-9282-2465-F4C4-6B36AF79F213}"/>
          </ac:spMkLst>
        </pc:spChg>
        <pc:spChg chg="add del mo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21" creationId="{16777E8A-E7D8-1AD7-EB57-C6B9ABD4DF00}"/>
          </ac:spMkLst>
        </pc:spChg>
        <pc:spChg chg="add del mod">
          <ac:chgData name="Nandini Reddy" userId="e5ec7e2074c869ac" providerId="LiveId" clId="{11D60139-647E-485B-9EF7-892AB6713A5C}" dt="2026-10-04T21:50:06.728" v="1888" actId="6264"/>
          <ac:spMkLst>
            <pc:docMk/>
            <pc:sldMk cId="533939340" sldId="2774"/>
            <ac:spMk id="22" creationId="{514125BB-082F-3866-E41C-7A7A03A5EE11}"/>
          </ac:spMkLst>
        </pc:spChg>
        <pc:spChg chg="add del mod ord">
          <ac:chgData name="Nandini Reddy" userId="e5ec7e2074c869ac" providerId="LiveId" clId="{11D60139-647E-485B-9EF7-892AB6713A5C}" dt="2026-10-04T21:50:24.851" v="1889" actId="700"/>
          <ac:spMkLst>
            <pc:docMk/>
            <pc:sldMk cId="533939340" sldId="2774"/>
            <ac:spMk id="23" creationId="{2898C054-EA66-616B-526E-1DD77F7D129D}"/>
          </ac:spMkLst>
        </pc:spChg>
        <pc:spChg chg="del mod ord">
          <ac:chgData name="Nandini Reddy" userId="e5ec7e2074c869ac" providerId="LiveId" clId="{11D60139-647E-485B-9EF7-892AB6713A5C}" dt="2026-10-04T21:50:24.851" v="1889" actId="700"/>
          <ac:spMkLst>
            <pc:docMk/>
            <pc:sldMk cId="533939340" sldId="2774"/>
            <ac:spMk id="24" creationId="{1EF45D93-6CC0-750C-BE83-258A8CA89692}"/>
          </ac:spMkLst>
        </pc:spChg>
        <pc:spChg chg="del">
          <ac:chgData name="Nandini Reddy" userId="e5ec7e2074c869ac" providerId="LiveId" clId="{11D60139-647E-485B-9EF7-892AB6713A5C}" dt="2026-10-04T21:50:24.851" v="1889" actId="700"/>
          <ac:spMkLst>
            <pc:docMk/>
            <pc:sldMk cId="533939340" sldId="2774"/>
            <ac:spMk id="25" creationId="{704411DE-8057-841D-A80B-D060854E4146}"/>
          </ac:spMkLst>
        </pc:spChg>
        <pc:spChg chg="add mod ord">
          <ac:chgData name="Nandini Reddy" userId="e5ec7e2074c869ac" providerId="LiveId" clId="{11D60139-647E-485B-9EF7-892AB6713A5C}" dt="2026-10-04T22:17:12.722" v="2235" actId="113"/>
          <ac:spMkLst>
            <pc:docMk/>
            <pc:sldMk cId="533939340" sldId="2774"/>
            <ac:spMk id="26" creationId="{3C57EAEF-B529-5483-FA32-1EE8129070EA}"/>
          </ac:spMkLst>
        </pc:spChg>
        <pc:spChg chg="add mod ord">
          <ac:chgData name="Nandini Reddy" userId="e5ec7e2074c869ac" providerId="LiveId" clId="{11D60139-647E-485B-9EF7-892AB6713A5C}" dt="2026-10-04T21:52:23.679" v="1942" actId="27636"/>
          <ac:spMkLst>
            <pc:docMk/>
            <pc:sldMk cId="533939340" sldId="2774"/>
            <ac:spMk id="27" creationId="{9E649278-0FAB-CA87-DBE2-856B07412FC6}"/>
          </ac:spMkLst>
        </pc:spChg>
        <pc:picChg chg="add mod">
          <ac:chgData name="Nandini Reddy" userId="e5ec7e2074c869ac" providerId="LiveId" clId="{11D60139-647E-485B-9EF7-892AB6713A5C}" dt="2026-10-04T21:57:32.253" v="1998" actId="14100"/>
          <ac:picMkLst>
            <pc:docMk/>
            <pc:sldMk cId="533939340" sldId="2774"/>
            <ac:picMk id="29" creationId="{9D324DA3-AA32-7264-6B08-10062D6E2A9A}"/>
          </ac:picMkLst>
        </pc:picChg>
      </pc:sldChg>
      <pc:sldChg chg="delSp modSp new mod ord">
        <pc:chgData name="Nandini Reddy" userId="e5ec7e2074c869ac" providerId="LiveId" clId="{11D60139-647E-485B-9EF7-892AB6713A5C}" dt="2026-10-04T22:17:08.096" v="2234" actId="113"/>
        <pc:sldMkLst>
          <pc:docMk/>
          <pc:sldMk cId="134527393" sldId="2775"/>
        </pc:sldMkLst>
        <pc:spChg chg="mod">
          <ac:chgData name="Nandini Reddy" userId="e5ec7e2074c869ac" providerId="LiveId" clId="{11D60139-647E-485B-9EF7-892AB6713A5C}" dt="2026-10-04T22:17:08.096" v="2234" actId="113"/>
          <ac:spMkLst>
            <pc:docMk/>
            <pc:sldMk cId="134527393" sldId="2775"/>
            <ac:spMk id="2" creationId="{F85EB70B-FC50-E0AC-E1DC-A47DA44C8689}"/>
          </ac:spMkLst>
        </pc:spChg>
        <pc:spChg chg="mod">
          <ac:chgData name="Nandini Reddy" userId="e5ec7e2074c869ac" providerId="LiveId" clId="{11D60139-647E-485B-9EF7-892AB6713A5C}" dt="2026-10-04T21:55:25.388" v="1984" actId="14100"/>
          <ac:spMkLst>
            <pc:docMk/>
            <pc:sldMk cId="134527393" sldId="2775"/>
            <ac:spMk id="3" creationId="{E2E33E7E-46D3-63B7-74C6-7C67260C558B}"/>
          </ac:spMkLst>
        </pc:spChg>
        <pc:spChg chg="del mod">
          <ac:chgData name="Nandini Reddy" userId="e5ec7e2074c869ac" providerId="LiveId" clId="{11D60139-647E-485B-9EF7-892AB6713A5C}" dt="2026-10-04T21:59:42.269" v="2154" actId="21"/>
          <ac:spMkLst>
            <pc:docMk/>
            <pc:sldMk cId="134527393" sldId="2775"/>
            <ac:spMk id="4" creationId="{F6432C1E-8410-11B1-C036-FC33ECE95E53}"/>
          </ac:spMkLst>
        </pc:spChg>
        <pc:spChg chg="del">
          <ac:chgData name="Nandini Reddy" userId="e5ec7e2074c869ac" providerId="LiveId" clId="{11D60139-647E-485B-9EF7-892AB6713A5C}" dt="2026-10-04T21:57:46.436" v="2000" actId="21"/>
          <ac:spMkLst>
            <pc:docMk/>
            <pc:sldMk cId="134527393" sldId="2775"/>
            <ac:spMk id="5" creationId="{9CE15468-5FAF-6434-28E7-2D8363258BC8}"/>
          </ac:spMkLst>
        </pc:spChg>
      </pc:sldChg>
      <pc:sldChg chg="addSp delSp modSp new mod modClrScheme chgLayout">
        <pc:chgData name="Nandini Reddy" userId="e5ec7e2074c869ac" providerId="LiveId" clId="{11D60139-647E-485B-9EF7-892AB6713A5C}" dt="2026-10-04T22:16:42.075" v="2231" actId="2"/>
        <pc:sldMkLst>
          <pc:docMk/>
          <pc:sldMk cId="1025533742" sldId="2776"/>
        </pc:sldMkLst>
        <pc:spChg chg="del">
          <ac:chgData name="Nandini Reddy" userId="e5ec7e2074c869ac" providerId="LiveId" clId="{11D60139-647E-485B-9EF7-892AB6713A5C}" dt="2026-10-04T21:57:49.645" v="2001" actId="6264"/>
          <ac:spMkLst>
            <pc:docMk/>
            <pc:sldMk cId="1025533742" sldId="2776"/>
            <ac:spMk id="2" creationId="{EB9F7186-D5FB-4DFA-E783-789AB9017B74}"/>
          </ac:spMkLst>
        </pc:spChg>
        <pc:spChg chg="del">
          <ac:chgData name="Nandini Reddy" userId="e5ec7e2074c869ac" providerId="LiveId" clId="{11D60139-647E-485B-9EF7-892AB6713A5C}" dt="2026-10-04T21:57:49.645" v="2001" actId="6264"/>
          <ac:spMkLst>
            <pc:docMk/>
            <pc:sldMk cId="1025533742" sldId="2776"/>
            <ac:spMk id="3" creationId="{F752EB0F-4428-221F-27FB-85FE16CC251F}"/>
          </ac:spMkLst>
        </pc:spChg>
        <pc:spChg chg="del mod ord">
          <ac:chgData name="Nandini Reddy" userId="e5ec7e2074c869ac" providerId="LiveId" clId="{11D60139-647E-485B-9EF7-892AB6713A5C}" dt="2026-10-04T21:59:33.390" v="2152" actId="21"/>
          <ac:spMkLst>
            <pc:docMk/>
            <pc:sldMk cId="1025533742" sldId="2776"/>
            <ac:spMk id="4" creationId="{9DA1D66A-C6A7-A4A1-D686-9ADAE595BB4C}"/>
          </ac:spMkLst>
        </pc:spChg>
        <pc:spChg chg="del mod ord">
          <ac:chgData name="Nandini Reddy" userId="e5ec7e2074c869ac" providerId="LiveId" clId="{11D60139-647E-485B-9EF7-892AB6713A5C}" dt="2026-10-04T21:59:28.556" v="2151" actId="21"/>
          <ac:spMkLst>
            <pc:docMk/>
            <pc:sldMk cId="1025533742" sldId="2776"/>
            <ac:spMk id="5" creationId="{3F05A611-12EA-D003-ED78-910297FA0232}"/>
          </ac:spMkLst>
        </pc:spChg>
        <pc:spChg chg="mod ord">
          <ac:chgData name="Nandini Reddy" userId="e5ec7e2074c869ac" providerId="LiveId" clId="{11D60139-647E-485B-9EF7-892AB6713A5C}" dt="2026-10-04T21:57:56.420" v="2003" actId="700"/>
          <ac:spMkLst>
            <pc:docMk/>
            <pc:sldMk cId="1025533742" sldId="2776"/>
            <ac:spMk id="6" creationId="{0EFE8B32-78F7-A4BE-50C9-E67A12A718DC}"/>
          </ac:spMkLst>
        </pc:spChg>
        <pc:spChg chg="add del mod">
          <ac:chgData name="Nandini Reddy" userId="e5ec7e2074c869ac" providerId="LiveId" clId="{11D60139-647E-485B-9EF7-892AB6713A5C}" dt="2026-10-04T21:57:49.645" v="2001" actId="6264"/>
          <ac:spMkLst>
            <pc:docMk/>
            <pc:sldMk cId="1025533742" sldId="2776"/>
            <ac:spMk id="7" creationId="{F8B9B425-7122-098C-7062-58134281A19F}"/>
          </ac:spMkLst>
        </pc:spChg>
        <pc:spChg chg="add del mod">
          <ac:chgData name="Nandini Reddy" userId="e5ec7e2074c869ac" providerId="LiveId" clId="{11D60139-647E-485B-9EF7-892AB6713A5C}" dt="2026-10-04T21:57:49.645" v="2001" actId="6264"/>
          <ac:spMkLst>
            <pc:docMk/>
            <pc:sldMk cId="1025533742" sldId="2776"/>
            <ac:spMk id="8" creationId="{E8923DCA-0503-7D2D-6ED4-B5011EFF3458}"/>
          </ac:spMkLst>
        </pc:spChg>
        <pc:spChg chg="add del mod">
          <ac:chgData name="Nandini Reddy" userId="e5ec7e2074c869ac" providerId="LiveId" clId="{11D60139-647E-485B-9EF7-892AB6713A5C}" dt="2026-10-04T21:57:49.645" v="2001" actId="6264"/>
          <ac:spMkLst>
            <pc:docMk/>
            <pc:sldMk cId="1025533742" sldId="2776"/>
            <ac:spMk id="9" creationId="{A0D6BF99-74B2-FD89-6C6F-D9050DBACDFA}"/>
          </ac:spMkLst>
        </pc:spChg>
        <pc:spChg chg="add del mod ord">
          <ac:chgData name="Nandini Reddy" userId="e5ec7e2074c869ac" providerId="LiveId" clId="{11D60139-647E-485B-9EF7-892AB6713A5C}" dt="2026-10-04T21:57:51.252" v="2002" actId="6264"/>
          <ac:spMkLst>
            <pc:docMk/>
            <pc:sldMk cId="1025533742" sldId="2776"/>
            <ac:spMk id="10" creationId="{3BEC0C11-20E9-C457-9637-7A3E4C259301}"/>
          </ac:spMkLst>
        </pc:spChg>
        <pc:spChg chg="add del mod ord">
          <ac:chgData name="Nandini Reddy" userId="e5ec7e2074c869ac" providerId="LiveId" clId="{11D60139-647E-485B-9EF7-892AB6713A5C}" dt="2026-10-04T21:57:51.252" v="2002" actId="6264"/>
          <ac:spMkLst>
            <pc:docMk/>
            <pc:sldMk cId="1025533742" sldId="2776"/>
            <ac:spMk id="11" creationId="{30A678FC-05A7-E230-8A7C-5EC0327EFB3D}"/>
          </ac:spMkLst>
        </pc:spChg>
        <pc:spChg chg="add del mod">
          <ac:chgData name="Nandini Reddy" userId="e5ec7e2074c869ac" providerId="LiveId" clId="{11D60139-647E-485B-9EF7-892AB6713A5C}" dt="2026-10-04T21:57:51.252" v="2002" actId="6264"/>
          <ac:spMkLst>
            <pc:docMk/>
            <pc:sldMk cId="1025533742" sldId="2776"/>
            <ac:spMk id="12" creationId="{BA6C4ACF-6BD9-44AE-2092-E4CAEE9BE177}"/>
          </ac:spMkLst>
        </pc:spChg>
        <pc:spChg chg="add del mod">
          <ac:chgData name="Nandini Reddy" userId="e5ec7e2074c869ac" providerId="LiveId" clId="{11D60139-647E-485B-9EF7-892AB6713A5C}" dt="2026-10-04T21:57:51.252" v="2002" actId="6264"/>
          <ac:spMkLst>
            <pc:docMk/>
            <pc:sldMk cId="1025533742" sldId="2776"/>
            <ac:spMk id="13" creationId="{77FC115D-33B4-59E4-0EB1-A68DABDDDA9C}"/>
          </ac:spMkLst>
        </pc:spChg>
        <pc:spChg chg="add del mod">
          <ac:chgData name="Nandini Reddy" userId="e5ec7e2074c869ac" providerId="LiveId" clId="{11D60139-647E-485B-9EF7-892AB6713A5C}" dt="2026-10-04T21:57:51.252" v="2002" actId="6264"/>
          <ac:spMkLst>
            <pc:docMk/>
            <pc:sldMk cId="1025533742" sldId="2776"/>
            <ac:spMk id="14" creationId="{F364910D-F457-2E02-F388-7F9D14A97333}"/>
          </ac:spMkLst>
        </pc:spChg>
        <pc:spChg chg="add del mod ord">
          <ac:chgData name="Nandini Reddy" userId="e5ec7e2074c869ac" providerId="LiveId" clId="{11D60139-647E-485B-9EF7-892AB6713A5C}" dt="2026-10-04T21:57:56.420" v="2003" actId="700"/>
          <ac:spMkLst>
            <pc:docMk/>
            <pc:sldMk cId="1025533742" sldId="2776"/>
            <ac:spMk id="15" creationId="{89F06BF1-F327-36AE-4E90-58F43447C28F}"/>
          </ac:spMkLst>
        </pc:spChg>
        <pc:spChg chg="add del mod ord">
          <ac:chgData name="Nandini Reddy" userId="e5ec7e2074c869ac" providerId="LiveId" clId="{11D60139-647E-485B-9EF7-892AB6713A5C}" dt="2026-10-04T21:57:56.420" v="2003" actId="700"/>
          <ac:spMkLst>
            <pc:docMk/>
            <pc:sldMk cId="1025533742" sldId="2776"/>
            <ac:spMk id="16" creationId="{D0E5D2EB-38C3-4D9D-CA4A-3A2F29D51FA2}"/>
          </ac:spMkLst>
        </pc:spChg>
        <pc:spChg chg="add mod ord">
          <ac:chgData name="Nandini Reddy" userId="e5ec7e2074c869ac" providerId="LiveId" clId="{11D60139-647E-485B-9EF7-892AB6713A5C}" dt="2026-10-04T21:59:14.290" v="2148" actId="1076"/>
          <ac:spMkLst>
            <pc:docMk/>
            <pc:sldMk cId="1025533742" sldId="2776"/>
            <ac:spMk id="17" creationId="{26A05D8E-BA1C-154C-B34A-670C18E196D8}"/>
          </ac:spMkLst>
        </pc:spChg>
        <pc:spChg chg="add mod ord">
          <ac:chgData name="Nandini Reddy" userId="e5ec7e2074c869ac" providerId="LiveId" clId="{11D60139-647E-485B-9EF7-892AB6713A5C}" dt="2026-10-04T22:16:42.075" v="2231" actId="2"/>
          <ac:spMkLst>
            <pc:docMk/>
            <pc:sldMk cId="1025533742" sldId="2776"/>
            <ac:spMk id="18" creationId="{C5E191D0-C7FD-FAC4-737F-D8E3A3CA700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Application Crash</c:v>
                </c:pt>
                <c:pt idx="1">
                  <c:v>Unregistered Software</c:v>
                </c:pt>
                <c:pt idx="2">
                  <c:v>New Service Installed</c:v>
                </c:pt>
                <c:pt idx="3">
                  <c:v>Service Crash</c:v>
                </c:pt>
                <c:pt idx="4">
                  <c:v>USB First Seen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70</c:v>
                </c:pt>
                <c:pt idx="2">
                  <c:v>70</c:v>
                </c:pt>
                <c:pt idx="3">
                  <c:v>6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86-4D38-A64D-43FB2F9D8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714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839" y="1538682"/>
            <a:ext cx="7685140" cy="2621154"/>
          </a:xfrm>
        </p:spPr>
        <p:txBody>
          <a:bodyPr anchor="b">
            <a:normAutofit/>
          </a:bodyPr>
          <a:lstStyle/>
          <a:p>
            <a:r>
              <a:rPr lang="en-US" sz="6000" cap="none" dirty="0"/>
              <a:t>Windows Endpoint SIEM and SOC Console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Presented by Y Nishanth Reddy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7F122-A907-7FF5-4E17-05D3D9FDA75B}"/>
              </a:ext>
            </a:extLst>
          </p:cNvPr>
          <p:cNvSpPr txBox="1"/>
          <p:nvPr/>
        </p:nvSpPr>
        <p:spPr>
          <a:xfrm>
            <a:off x="431172" y="5028853"/>
            <a:ext cx="92318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10000"/>
                    <a:lumOff val="90000"/>
                  </a:schemeClr>
                </a:solidFill>
              </a:rPr>
              <a:t>“I developed this Windows Endpoint SIEM and SOC Console as an internship project to monitor Windows security events and endpoint information through </a:t>
            </a:r>
            <a:r>
              <a:rPr lang="en-IN">
                <a:solidFill>
                  <a:schemeClr val="tx1">
                    <a:lumMod val="10000"/>
                    <a:lumOff val="90000"/>
                  </a:schemeClr>
                </a:solidFill>
              </a:rPr>
              <a:t>a standalone </a:t>
            </a:r>
            <a:r>
              <a:rPr lang="en-IN" dirty="0">
                <a:solidFill>
                  <a:schemeClr val="tx1">
                    <a:lumMod val="10000"/>
                    <a:lumOff val="90000"/>
                  </a:schemeClr>
                </a:solidFill>
              </a:rPr>
              <a:t>web interface.”</a:t>
            </a:r>
            <a:endParaRPr lang="en-US" dirty="0">
              <a:solidFill>
                <a:schemeClr val="tx1">
                  <a:lumMod val="10000"/>
                  <a:lumOff val="9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ACCB36C-2FB3-90AA-3B53-7F746AD0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 ConTENTS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B34EA-9DE1-2551-8C54-5FCDB08347A5}"/>
              </a:ext>
            </a:extLst>
          </p:cNvPr>
          <p:cNvSpPr txBox="1"/>
          <p:nvPr/>
        </p:nvSpPr>
        <p:spPr>
          <a:xfrm>
            <a:off x="716280" y="1443841"/>
            <a:ext cx="650497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Topics Covered</a:t>
            </a:r>
          </a:p>
          <a:p>
            <a:endParaRPr lang="en-IN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Introduction &amp;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Technology Stack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System Architecture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Event Collection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Detection &amp; Correlation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Endpoint Monitoring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Web Console &amp; Alerts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Database Results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Testing &amp; Limitations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Future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4953966"/>
            <a:ext cx="4956323" cy="1099594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89F5A20-EE3C-FB44-E2F2-3404DD866E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733" y="558147"/>
            <a:ext cx="5627654" cy="403700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9" y="810228"/>
            <a:ext cx="5774268" cy="5243331"/>
          </a:xfrm>
        </p:spPr>
        <p:txBody>
          <a:bodyPr>
            <a:normAutofit/>
          </a:bodyPr>
          <a:lstStyle/>
          <a:p>
            <a:r>
              <a:rPr lang="en-IN" sz="1600" dirty="0"/>
              <a:t>Windows generates a large number of system and security events every day.</a:t>
            </a:r>
            <a:br>
              <a:rPr lang="en-IN" sz="1600" dirty="0"/>
            </a:br>
            <a:r>
              <a:rPr lang="en-IN" sz="1600" dirty="0"/>
              <a:t>Checking these logs manually can be time-consuming.</a:t>
            </a:r>
          </a:p>
          <a:p>
            <a:r>
              <a:rPr lang="en-IN" sz="1600" dirty="0"/>
              <a:t>I developed a </a:t>
            </a:r>
            <a:r>
              <a:rPr lang="en-IN" sz="1600" b="1" dirty="0"/>
              <a:t>Windows-focused SIEM and SOC console</a:t>
            </a:r>
            <a:r>
              <a:rPr lang="en-IN" sz="1600" dirty="0"/>
              <a:t> that: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Collects Windows event logs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Detects suspicious activity using rules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Monitors the endpoint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Shows alerts through a web dashboard</a:t>
            </a:r>
          </a:p>
          <a:p>
            <a:r>
              <a:rPr lang="en-IN" sz="1600" dirty="0"/>
              <a:t>It also monitors </a:t>
            </a:r>
            <a:r>
              <a:rPr lang="en-IN" sz="1600" b="1" dirty="0"/>
              <a:t>software, updates, browsers, USB devices and security settings</a:t>
            </a:r>
            <a:r>
              <a:rPr lang="en-IN" sz="1600" dirty="0"/>
              <a:t>.</a:t>
            </a:r>
          </a:p>
          <a:p>
            <a:r>
              <a:rPr lang="en-IN" sz="1600" b="1" dirty="0"/>
              <a:t>Important:</a:t>
            </a:r>
            <a:r>
              <a:rPr lang="en-IN" sz="1600" dirty="0"/>
              <a:t> If Windows cannot provide a value, the system shows </a:t>
            </a:r>
            <a:r>
              <a:rPr lang="en-IN" sz="1600" b="1" dirty="0"/>
              <a:t>UNKNOWN</a:t>
            </a:r>
            <a:r>
              <a:rPr lang="en-IN" sz="1600" dirty="0"/>
              <a:t> instead of making up data.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AD22AA-7654-DE1E-219C-D937E5A6F1BC}"/>
              </a:ext>
            </a:extLst>
          </p:cNvPr>
          <p:cNvSpPr txBox="1"/>
          <p:nvPr/>
        </p:nvSpPr>
        <p:spPr>
          <a:xfrm>
            <a:off x="613457" y="1597306"/>
            <a:ext cx="103709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 </a:t>
            </a:r>
            <a:r>
              <a:rPr lang="en-IN" sz="2400" b="1" dirty="0"/>
              <a:t>Main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Collect Windows </a:t>
            </a:r>
            <a:r>
              <a:rPr lang="en-IN" sz="2400" b="1" dirty="0"/>
              <a:t>Security, System and Application</a:t>
            </a:r>
            <a:r>
              <a:rPr lang="en-IN" sz="2400" dirty="0"/>
              <a:t> logs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Store logs and alerts in </a:t>
            </a:r>
            <a:r>
              <a:rPr lang="en-IN" sz="2400" b="1" dirty="0"/>
              <a:t>SQLite</a:t>
            </a:r>
            <a:endParaRPr lang="en-IN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Detect suspicious events using clear rules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Correlate related alerts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Monitor endpoint security information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Provide a simple SOC dashboard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/>
              <a:t>Generate </a:t>
            </a:r>
            <a:r>
              <a:rPr lang="en-IN" sz="2400" b="1" dirty="0"/>
              <a:t>CSV and PDF reports</a:t>
            </a:r>
          </a:p>
          <a:p>
            <a:pPr lvl="0"/>
            <a:endParaRPr lang="en-IN" sz="2400" dirty="0"/>
          </a:p>
          <a:p>
            <a:r>
              <a:rPr lang="en-IN" sz="2400" dirty="0"/>
              <a:t>The main idea is to bring important security information into </a:t>
            </a:r>
            <a:r>
              <a:rPr lang="en-IN" sz="2400" b="1" dirty="0"/>
              <a:t>one place</a:t>
            </a:r>
            <a:r>
              <a:rPr lang="en-IN" sz="2400" dirty="0"/>
              <a:t>.</a:t>
            </a:r>
          </a:p>
          <a:p>
            <a:endParaRPr lang="en-IN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1EF371-768A-99A3-480C-6BF4B008712C}"/>
              </a:ext>
            </a:extLst>
          </p:cNvPr>
          <p:cNvSpPr txBox="1"/>
          <p:nvPr/>
        </p:nvSpPr>
        <p:spPr>
          <a:xfrm>
            <a:off x="613457" y="690212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7" y="493108"/>
            <a:ext cx="7914087" cy="556727"/>
          </a:xfrm>
        </p:spPr>
        <p:txBody>
          <a:bodyPr>
            <a:noAutofit/>
          </a:bodyPr>
          <a:lstStyle/>
          <a:p>
            <a:r>
              <a:rPr lang="en-US" sz="3600" dirty="0"/>
              <a:t>Technology  stack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1634FF-C317-F200-797B-2A560C3F8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8912"/>
              </p:ext>
            </p:extLst>
          </p:nvPr>
        </p:nvGraphicFramePr>
        <p:xfrm>
          <a:off x="587827" y="1466130"/>
          <a:ext cx="10303329" cy="4608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1623">
                  <a:extLst>
                    <a:ext uri="{9D8B030D-6E8A-4147-A177-3AD203B41FA5}">
                      <a16:colId xmlns:a16="http://schemas.microsoft.com/office/drawing/2014/main" val="2443167980"/>
                    </a:ext>
                  </a:extLst>
                </a:gridCol>
                <a:gridCol w="5211706">
                  <a:extLst>
                    <a:ext uri="{9D8B030D-6E8A-4147-A177-3AD203B41FA5}">
                      <a16:colId xmlns:a16="http://schemas.microsoft.com/office/drawing/2014/main" val="3142552601"/>
                    </a:ext>
                  </a:extLst>
                </a:gridCol>
              </a:tblGrid>
              <a:tr h="541291">
                <a:tc>
                  <a:txBody>
                    <a:bodyPr/>
                    <a:lstStyle/>
                    <a:p>
                      <a:r>
                        <a:rPr lang="en-IN" sz="24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Technology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509280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Programming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351651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761993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SQLite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595113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Windows Event Collection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Pywin32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5657519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Endpoint Commands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PowerShell/Windows APIs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958585"/>
                  </a:ext>
                </a:extLst>
              </a:tr>
              <a:tr h="556049">
                <a:tc>
                  <a:txBody>
                    <a:bodyPr/>
                    <a:lstStyle/>
                    <a:p>
                      <a:r>
                        <a:rPr lang="en-IN" dirty="0"/>
                        <a:t>Front end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HTML, CSS, JavaScript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7376657"/>
                  </a:ext>
                </a:extLst>
              </a:tr>
              <a:tr h="730514">
                <a:tc>
                  <a:txBody>
                    <a:bodyPr/>
                    <a:lstStyle/>
                    <a:p>
                      <a:r>
                        <a:rPr lang="en-IN" dirty="0"/>
                        <a:t>Reports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PDF/CSV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78957229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88ABC0-CEFC-0970-BAE7-7FC0862C0EF9}"/>
              </a:ext>
            </a:extLst>
          </p:cNvPr>
          <p:cNvCxnSpPr/>
          <p:nvPr/>
        </p:nvCxnSpPr>
        <p:spPr>
          <a:xfrm>
            <a:off x="587827" y="1224643"/>
            <a:ext cx="103033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5687" y="89208"/>
            <a:ext cx="4872942" cy="848342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architecture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03626A1-9E15-A048-4FD7-2D14DDE4162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172" y="1145518"/>
            <a:ext cx="5217274" cy="4445054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064872"/>
            <a:ext cx="5489448" cy="51854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How the system works</a:t>
            </a:r>
          </a:p>
          <a:p>
            <a:pPr marL="0" indent="0">
              <a:buNone/>
            </a:pPr>
            <a:r>
              <a:rPr lang="en-IN" dirty="0"/>
              <a:t>Windows Endpoint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Log Collector + Endpoint Monitors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SQLite Database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Detection Engine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Correlation Engine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Alerts &amp; Recommendations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dirty="0"/>
              <a:t>Flask SOC Console</a:t>
            </a:r>
          </a:p>
          <a:p>
            <a:pPr marL="0" indent="0">
              <a:buNone/>
            </a:pPr>
            <a:r>
              <a:rPr lang="en-IN" dirty="0"/>
              <a:t>The system follows a simple flow:</a:t>
            </a:r>
          </a:p>
          <a:p>
            <a:pPr marL="0" indent="0">
              <a:buNone/>
            </a:pPr>
            <a:r>
              <a:rPr lang="en-IN" b="1" dirty="0"/>
              <a:t>Collect → Store → Detect → Correlate → Alert → Display</a:t>
            </a:r>
            <a:endParaRPr lang="en-IN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795" y="199406"/>
            <a:ext cx="9626195" cy="698061"/>
          </a:xfrm>
        </p:spPr>
        <p:txBody>
          <a:bodyPr>
            <a:normAutofit/>
          </a:bodyPr>
          <a:lstStyle/>
          <a:p>
            <a:r>
              <a:rPr lang="en-US" dirty="0"/>
              <a:t>Main modules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0E4A8A-55D4-88B9-EAFE-F5DD91417A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65740"/>
              </p:ext>
            </p:extLst>
          </p:nvPr>
        </p:nvGraphicFramePr>
        <p:xfrm>
          <a:off x="544009" y="1122743"/>
          <a:ext cx="10347767" cy="5367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536">
                  <a:extLst>
                    <a:ext uri="{9D8B030D-6E8A-4147-A177-3AD203B41FA5}">
                      <a16:colId xmlns:a16="http://schemas.microsoft.com/office/drawing/2014/main" val="2236123262"/>
                    </a:ext>
                  </a:extLst>
                </a:gridCol>
                <a:gridCol w="6993231">
                  <a:extLst>
                    <a:ext uri="{9D8B030D-6E8A-4147-A177-3AD203B41FA5}">
                      <a16:colId xmlns:a16="http://schemas.microsoft.com/office/drawing/2014/main" val="583127937"/>
                    </a:ext>
                  </a:extLst>
                </a:gridCol>
              </a:tblGrid>
              <a:tr h="585031">
                <a:tc>
                  <a:txBody>
                    <a:bodyPr/>
                    <a:lstStyle/>
                    <a:p>
                      <a:r>
                        <a:rPr lang="en-US" sz="1800" b="1" dirty="0"/>
                        <a:t>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33978"/>
                  </a:ext>
                </a:extLst>
              </a:tr>
              <a:tr h="552206">
                <a:tc>
                  <a:txBody>
                    <a:bodyPr/>
                    <a:lstStyle/>
                    <a:p>
                      <a:r>
                        <a:rPr lang="en-US" sz="1800" b="0" dirty="0"/>
                        <a:t>app.py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Flask routes, APIs, dashboard data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63444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collector.py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Windows Event Logs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65077"/>
                  </a:ext>
                </a:extLst>
              </a:tr>
              <a:tr h="5522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 schema, inserts, queries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75176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Rule-based detection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941904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correlation_engine.py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Combines related alerts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2457653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severity_policy.py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 and event explanations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530168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recommendations.py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guidance, MITRE mapping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852123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endpoint_monitor.py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software, update, browser, settings and USB checks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353067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port_monitor.py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Lists listening TCP/UDP port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71249"/>
                  </a:ext>
                </a:extLst>
              </a:tr>
              <a:tr h="459792">
                <a:tc>
                  <a:txBody>
                    <a:bodyPr/>
                    <a:lstStyle/>
                    <a:p>
                      <a:r>
                        <a:rPr lang="en-US" sz="1800" b="0" dirty="0"/>
                        <a:t>report_generator.py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CSV and PDF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04910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13916"/>
            <a:ext cx="6135624" cy="953185"/>
          </a:xfrm>
        </p:spPr>
        <p:txBody>
          <a:bodyPr>
            <a:normAutofit/>
          </a:bodyPr>
          <a:lstStyle/>
          <a:p>
            <a:r>
              <a:rPr lang="en-US" dirty="0"/>
              <a:t>EVENT COLLECTION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467101"/>
            <a:ext cx="6135624" cy="459514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Collecting Windows Events</a:t>
            </a:r>
          </a:p>
          <a:p>
            <a:r>
              <a:rPr lang="en-IN" dirty="0"/>
              <a:t>The system reads:</a:t>
            </a:r>
          </a:p>
          <a:p>
            <a:pPr lvl="0"/>
            <a:r>
              <a:rPr lang="en-IN" b="1" dirty="0"/>
              <a:t>Security</a:t>
            </a:r>
            <a:endParaRPr lang="en-IN" dirty="0"/>
          </a:p>
          <a:p>
            <a:pPr lvl="0"/>
            <a:r>
              <a:rPr lang="en-IN" b="1" dirty="0"/>
              <a:t>System</a:t>
            </a:r>
            <a:endParaRPr lang="en-IN" dirty="0"/>
          </a:p>
          <a:p>
            <a:pPr lvl="0"/>
            <a:r>
              <a:rPr lang="en-IN" b="1" dirty="0"/>
              <a:t>Application</a:t>
            </a:r>
            <a:endParaRPr lang="en-IN" dirty="0"/>
          </a:p>
          <a:p>
            <a:r>
              <a:rPr lang="en-IN" b="1" dirty="0"/>
              <a:t>Collection process</a:t>
            </a:r>
          </a:p>
          <a:p>
            <a:pPr lvl="0"/>
            <a:r>
              <a:rPr lang="en-IN" dirty="0"/>
              <a:t>Runs every </a:t>
            </a:r>
            <a:r>
              <a:rPr lang="en-IN" b="1" dirty="0"/>
              <a:t>10 seconds</a:t>
            </a:r>
            <a:endParaRPr lang="en-IN" dirty="0"/>
          </a:p>
          <a:p>
            <a:pPr lvl="0"/>
            <a:r>
              <a:rPr lang="en-IN" dirty="0"/>
              <a:t>Reads only new events</a:t>
            </a:r>
          </a:p>
          <a:p>
            <a:pPr lvl="0"/>
            <a:r>
              <a:rPr lang="en-IN" dirty="0"/>
              <a:t>Stores important event details</a:t>
            </a:r>
          </a:p>
          <a:p>
            <a:pPr lvl="0"/>
            <a:r>
              <a:rPr lang="en-IN" dirty="0"/>
              <a:t>Uses a fingerprint to avoid duplicates</a:t>
            </a:r>
          </a:p>
          <a:p>
            <a:pPr lvl="0"/>
            <a:r>
              <a:rPr lang="en-IN" dirty="0"/>
              <a:t>Supports up to </a:t>
            </a:r>
            <a:r>
              <a:rPr lang="en-IN" b="1" dirty="0"/>
              <a:t>75 records per channel per cycle</a:t>
            </a:r>
            <a:endParaRPr lang="en-IN" dirty="0"/>
          </a:p>
          <a:p>
            <a:r>
              <a:rPr lang="en-IN" dirty="0"/>
              <a:t>Security log access works best with </a:t>
            </a:r>
            <a:r>
              <a:rPr lang="en-IN" b="1" dirty="0"/>
              <a:t>Administrator privileges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606BD1CA-C191-4496-8931-F725453418B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96690" y="1224023"/>
            <a:ext cx="5951741" cy="440995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C91B8-8829-9453-E93E-4D286CFA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3CE8A40C-0332-9E90-2505-27C059513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023695"/>
              </p:ext>
            </p:extLst>
          </p:nvPr>
        </p:nvGraphicFramePr>
        <p:xfrm>
          <a:off x="640079" y="1434169"/>
          <a:ext cx="9810206" cy="4179231"/>
        </p:xfrm>
        <a:graphic>
          <a:graphicData uri="http://schemas.openxmlformats.org/drawingml/2006/table">
            <a:tbl>
              <a:tblPr firstRow="1">
                <a:tableStyleId>{5DA37D80-6434-44D0-A028-1B22A696006F}</a:tableStyleId>
              </a:tblPr>
              <a:tblGrid>
                <a:gridCol w="3381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7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Event / condition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Alert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</a:rPr>
                        <a:t>Severity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u="none" dirty="0">
                          <a:solidFill>
                            <a:srgbClr val="222222"/>
                          </a:solidFill>
                        </a:rPr>
                        <a:t>462c5</a:t>
                      </a:r>
                      <a:endParaRPr lang="en-US" sz="1150" u="none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Failed Login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3+ failures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Multiple Failed Logins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HIGH (CRITICAL at 8+)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8+ failures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Brute Force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Failures for 5+ users from one source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Password Spray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4672 / 4719 / 4720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Privilege escalation / audit policy / new user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4724 / 4732 / 4740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Account changes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1102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Audit Log Cleared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6008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Unexpected Shutdown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2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7031 / 7034, 1000 / 1026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Service or application crash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3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4616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System time changed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</a:rPr>
                        <a:t>Based on size of change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1EE6649-E419-7EDA-FABA-309463A96B76}"/>
              </a:ext>
            </a:extLst>
          </p:cNvPr>
          <p:cNvSpPr txBox="1"/>
          <p:nvPr/>
        </p:nvSpPr>
        <p:spPr>
          <a:xfrm>
            <a:off x="640079" y="400734"/>
            <a:ext cx="4261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Detection Rules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06348F-6B35-4C0D-CD77-6E3EA10A1886}"/>
              </a:ext>
            </a:extLst>
          </p:cNvPr>
          <p:cNvCxnSpPr>
            <a:cxnSpLocks/>
          </p:cNvCxnSpPr>
          <p:nvPr/>
        </p:nvCxnSpPr>
        <p:spPr>
          <a:xfrm>
            <a:off x="640079" y="1162461"/>
            <a:ext cx="98102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0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81" y="715835"/>
            <a:ext cx="4270269" cy="1240286"/>
          </a:xfrm>
        </p:spPr>
        <p:txBody>
          <a:bodyPr/>
          <a:lstStyle/>
          <a:p>
            <a:r>
              <a:rPr lang="en-US" dirty="0"/>
              <a:t>New service detection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C37CE0E-074A-209D-2D43-EC5FAC327C3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22" y="2095018"/>
            <a:ext cx="4941823" cy="378492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Event 7045 — New Service</a:t>
            </a:r>
          </a:p>
          <a:p>
            <a:r>
              <a:rPr lang="en-IN" dirty="0"/>
              <a:t>A new Windows service is not always malicious, so the system checks its file path.</a:t>
            </a:r>
          </a:p>
          <a:p>
            <a:r>
              <a:rPr lang="en-IN" b="1" dirty="0"/>
              <a:t>LOW</a:t>
            </a:r>
            <a:br>
              <a:rPr lang="en-IN" dirty="0"/>
            </a:br>
            <a:r>
              <a:rPr lang="en-IN" dirty="0"/>
              <a:t>Known vendor paths such as Microsoft, Google or Mozilla</a:t>
            </a:r>
          </a:p>
          <a:p>
            <a:r>
              <a:rPr lang="en-IN" b="1" dirty="0"/>
              <a:t>MEDIUM</a:t>
            </a:r>
            <a:br>
              <a:rPr lang="en-IN" dirty="0"/>
            </a:br>
            <a:r>
              <a:rPr lang="en-IN" dirty="0"/>
              <a:t>Unknown path that needs review</a:t>
            </a:r>
          </a:p>
          <a:p>
            <a:r>
              <a:rPr lang="en-IN" b="1" dirty="0"/>
              <a:t>HIGH</a:t>
            </a:r>
            <a:br>
              <a:rPr lang="en-IN" dirty="0"/>
            </a:br>
            <a:r>
              <a:rPr lang="en-IN" dirty="0"/>
              <a:t>Suspicious locations or commands such as:</a:t>
            </a:r>
          </a:p>
          <a:p>
            <a:r>
              <a:rPr lang="en-IN" dirty="0"/>
              <a:t>AppData / Temp / PowerShell / rundll32 / regsvr32</a:t>
            </a:r>
          </a:p>
          <a:p>
            <a:r>
              <a:rPr lang="en-IN" dirty="0"/>
              <a:t>Each alert also includes:</a:t>
            </a:r>
          </a:p>
          <a:p>
            <a:pPr lvl="0"/>
            <a:r>
              <a:rPr lang="en-IN" dirty="0"/>
              <a:t>Explanation</a:t>
            </a:r>
          </a:p>
          <a:p>
            <a:pPr lvl="0"/>
            <a:r>
              <a:rPr lang="en-IN" dirty="0"/>
              <a:t>Recommendation</a:t>
            </a:r>
          </a:p>
          <a:p>
            <a:pPr lvl="0"/>
            <a:r>
              <a:rPr lang="en-IN" dirty="0"/>
              <a:t>MITRE ATT&amp;CK reference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032F8-92FC-BD1A-A9AF-986FE04C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BA28-7B5B-3D59-0D23-C072A5C2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48" y="603197"/>
            <a:ext cx="9491241" cy="646870"/>
          </a:xfrm>
        </p:spPr>
        <p:txBody>
          <a:bodyPr>
            <a:normAutofit/>
          </a:bodyPr>
          <a:lstStyle/>
          <a:p>
            <a:r>
              <a:rPr lang="en-US" sz="4000" dirty="0"/>
              <a:t>Correlation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43BCF-B6AE-B157-B5A8-60575A5F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548" y="5833525"/>
            <a:ext cx="9294472" cy="8425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checks the latest 200 alerts and creates a correlated alert when the required conditions are present.</a:t>
            </a:r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2AC7-4EBD-6C7B-71E2-19F58FD8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88D5F16C-9189-9BFC-730A-995F24713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164846"/>
              </p:ext>
            </p:extLst>
          </p:nvPr>
        </p:nvGraphicFramePr>
        <p:xfrm>
          <a:off x="1037247" y="1685438"/>
          <a:ext cx="9761933" cy="3268527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3518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2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5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Alerts seen together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Correlated alert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</a:rPr>
                        <a:t>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9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Clock backdated + Audit Log Cleared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CLOCK_CHANGE_AND_LOG_TAMPERING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Unregistered software + New Service Installed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SOFTWARE_SERVICE_PERSISTENCE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9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USB first seen + Unregistered software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USB_RELATED_SOFTWARE_INSTALL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7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Firewall disabled + Defender disabled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DEFENSES_IMPAIRED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73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81028"/>
            <a:ext cx="10652760" cy="1133856"/>
          </a:xfrm>
        </p:spPr>
        <p:txBody>
          <a:bodyPr>
            <a:normAutofit/>
          </a:bodyPr>
          <a:lstStyle/>
          <a:p>
            <a:r>
              <a:rPr lang="en-US" cap="none" dirty="0"/>
              <a:t>Endpoint Monitoring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43CCF-A463-89C5-41C7-D943D69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D0AAB37-4FE3-D7EC-DDEA-6BD0A3041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81780"/>
              </p:ext>
            </p:extLst>
          </p:nvPr>
        </p:nvGraphicFramePr>
        <p:xfrm>
          <a:off x="640080" y="1143000"/>
          <a:ext cx="9881307" cy="30175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8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Check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What it does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Interval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Software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/>
                        <a:t>Detect installed/unregistered programs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5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OS updates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Checks recent windows updates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 hour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Browsers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Check Supported browser versions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5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Security settings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Firewall, RDP ,UAC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5 min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USB devices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 first-seen devices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30 sec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9AA4F54-8AA8-ECFF-BEBE-394AB68D04AE}"/>
              </a:ext>
            </a:extLst>
          </p:cNvPr>
          <p:cNvSpPr txBox="1"/>
          <p:nvPr/>
        </p:nvSpPr>
        <p:spPr>
          <a:xfrm>
            <a:off x="612648" y="4555564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"Run Security Scan" on the /security page runs all of these checks on demand.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A52016E5-43C0-59E9-C7D5-5F2E24721B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3538" y="1875099"/>
            <a:ext cx="5393801" cy="3808071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8C8-C838-438B-F934-0218EC26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1984945-22F1-0F7F-A9B7-BD5ECA85833F}"/>
              </a:ext>
            </a:extLst>
          </p:cNvPr>
          <p:cNvSpPr txBox="1">
            <a:spLocks/>
          </p:cNvSpPr>
          <p:nvPr/>
        </p:nvSpPr>
        <p:spPr>
          <a:xfrm>
            <a:off x="4820742" y="983848"/>
            <a:ext cx="6362449" cy="43983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9F61039-183D-2460-58BD-FB3DCA28F097}"/>
              </a:ext>
            </a:extLst>
          </p:cNvPr>
          <p:cNvSpPr txBox="1">
            <a:spLocks/>
          </p:cNvSpPr>
          <p:nvPr/>
        </p:nvSpPr>
        <p:spPr>
          <a:xfrm>
            <a:off x="6096000" y="578734"/>
            <a:ext cx="5791200" cy="552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The system monitors </a:t>
            </a:r>
            <a:r>
              <a:rPr lang="en-IN" b="1" dirty="0"/>
              <a:t>Event 4616</a:t>
            </a:r>
            <a:r>
              <a:rPr lang="en-IN" dirty="0"/>
              <a:t> for system clock changes.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60+ seconds backwards → Warning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300+ seconds backwards → Critical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Thresholds can be configured</a:t>
            </a:r>
          </a:p>
          <a:p>
            <a:r>
              <a:rPr lang="en-IN" dirty="0"/>
              <a:t>Changing the system clock can affect the order of events, so it can be important during investigation.</a:t>
            </a:r>
          </a:p>
          <a:p>
            <a:r>
              <a:rPr lang="en-IN" b="1" dirty="0"/>
              <a:t>UNKNOWN Handling</a:t>
            </a:r>
          </a:p>
          <a:p>
            <a:r>
              <a:rPr lang="en-IN" dirty="0"/>
              <a:t>If Windows cannot provide a value because of missing permissions or information, the system shows:</a:t>
            </a:r>
          </a:p>
          <a:p>
            <a:r>
              <a:rPr lang="en-IN" b="1" dirty="0"/>
              <a:t>UNKNOWN</a:t>
            </a:r>
            <a:endParaRPr lang="en-IN" dirty="0"/>
          </a:p>
          <a:p>
            <a:r>
              <a:rPr lang="en-IN" dirty="0"/>
              <a:t>It does not guess the result.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B39340-35A6-1817-AAAB-5B2398460BEE}"/>
              </a:ext>
            </a:extLst>
          </p:cNvPr>
          <p:cNvSpPr txBox="1"/>
          <p:nvPr/>
        </p:nvSpPr>
        <p:spPr>
          <a:xfrm>
            <a:off x="393539" y="491926"/>
            <a:ext cx="53938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2"/>
                </a:solidFill>
              </a:rPr>
              <a:t>TIME INTEGRITY &amp; UNKNOWN HANDLING</a:t>
            </a:r>
          </a:p>
          <a:p>
            <a:endParaRPr lang="en-IN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86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F8EAF-D9DE-9FD3-ED83-7032E7D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9368"/>
            <a:ext cx="7603062" cy="798652"/>
          </a:xfrm>
        </p:spPr>
        <p:txBody>
          <a:bodyPr>
            <a:normAutofit/>
          </a:bodyPr>
          <a:lstStyle/>
          <a:p>
            <a:r>
              <a:rPr lang="en-US" sz="3600" cap="none" dirty="0"/>
              <a:t>Web Console Pages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D8A57-68C7-1BAD-CE79-017C9801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14</a:t>
            </a:fld>
            <a:endParaRPr lang="en-US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4B3DA94-CCFE-777F-480F-6CDFC3589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07801"/>
              </p:ext>
            </p:extLst>
          </p:nvPr>
        </p:nvGraphicFramePr>
        <p:xfrm>
          <a:off x="559057" y="1350135"/>
          <a:ext cx="8202978" cy="415773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052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0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Page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</a:rPr>
                        <a:t>Shows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Log and alert counts, charts, live notifications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Logs / Alerts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Searchable, filterable records with explanations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Analytics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Event and alert distributions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Security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Endpoint posture and Run Security Scan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Software, Updates, Browsers, USB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Inventories and change history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Ports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Listening ports with PID and process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Firewall, Active Users, System Info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Firewall events (5156/5157/5158), sessions, host details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Reports, Settings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</a:rPr>
                        <a:t>CSV/PDF export, themes, thresholds, roles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58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B48B482-8FBF-072B-5035-DAD8CE61E0E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159" y="1180619"/>
            <a:ext cx="6417045" cy="386594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7E016-C2A7-D25D-4814-838C6332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07141B7-CB62-EA31-5AB0-105A14C4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368" y="567159"/>
            <a:ext cx="4930814" cy="1041722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ALERT HANDLING &amp; REPORTS</a:t>
            </a:r>
            <a:br>
              <a:rPr lang="en-IN" b="1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9AF79-4FDB-FB5A-2CA7-6233E7A5B493}"/>
              </a:ext>
            </a:extLst>
          </p:cNvPr>
          <p:cNvSpPr txBox="1"/>
          <p:nvPr/>
        </p:nvSpPr>
        <p:spPr>
          <a:xfrm>
            <a:off x="289367" y="1660967"/>
            <a:ext cx="5719835" cy="4380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Alert Management</a:t>
            </a:r>
          </a:p>
          <a:p>
            <a:r>
              <a:rPr lang="en-IN" dirty="0"/>
              <a:t>Each alert shows: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Severity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Evidence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Threat description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Recommendation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MITRE reference</a:t>
            </a:r>
          </a:p>
          <a:p>
            <a:r>
              <a:rPr lang="en-IN" dirty="0"/>
              <a:t>I can also: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Change alert status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Assign alerts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investigation notes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Filter and search alerts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Export data as </a:t>
            </a:r>
            <a:r>
              <a:rPr lang="en-IN" b="1" dirty="0"/>
              <a:t>CSV/PDF</a:t>
            </a:r>
            <a:endParaRPr lang="en-IN" dirty="0"/>
          </a:p>
          <a:p>
            <a:r>
              <a:rPr lang="en-IN" dirty="0"/>
              <a:t>Duplicate alerts are also reduced using an alert key.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30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8C59B-0C55-D061-7910-9537FAC8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7B87B6A-7881-9814-6382-19F2E8ECA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747033"/>
              </p:ext>
            </p:extLst>
          </p:nvPr>
        </p:nvGraphicFramePr>
        <p:xfrm>
          <a:off x="640079" y="1318768"/>
          <a:ext cx="10008629" cy="4538026"/>
        </p:xfrm>
        <a:graphic>
          <a:graphicData uri="http://schemas.openxmlformats.org/drawingml/2006/table">
            <a:tbl>
              <a:tblPr firstRow="1" bandCol="1">
                <a:tableStyleId>{5DA37D80-6434-44D0-A028-1B22A696006F}</a:tableStyleId>
              </a:tblPr>
              <a:tblGrid>
                <a:gridCol w="4073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7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Table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Records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Logs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152 (System 76, Application 76, Security 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Alerts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Notifications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Software inventory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System updates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Browser inventory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USB devices / USB 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 /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System settings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Endpoint snapshots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84EBA25-C17C-F9E4-A871-6D9DB8301ACC}"/>
              </a:ext>
            </a:extLst>
          </p:cNvPr>
          <p:cNvSpPr txBox="1"/>
          <p:nvPr/>
        </p:nvSpPr>
        <p:spPr>
          <a:xfrm>
            <a:off x="640080" y="497712"/>
            <a:ext cx="6883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Database Contents</a:t>
            </a:r>
            <a:endParaRPr lang="en-US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36223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38E8B-776C-E5B1-08D3-48C814C8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17</a:t>
            </a:fld>
            <a:endParaRPr lang="en-US" dirty="0"/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37C6D57F-24F6-6590-512D-1E9E780A91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948693"/>
              </p:ext>
            </p:extLst>
          </p:nvPr>
        </p:nvGraphicFramePr>
        <p:xfrm>
          <a:off x="4027991" y="1005840"/>
          <a:ext cx="4780344" cy="4445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A7F820A8-A920-2216-3FF0-3D764AD41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408483"/>
              </p:ext>
            </p:extLst>
          </p:nvPr>
        </p:nvGraphicFramePr>
        <p:xfrm>
          <a:off x="706056" y="1608881"/>
          <a:ext cx="2567075" cy="1953805"/>
        </p:xfrm>
        <a:graphic>
          <a:graphicData uri="http://schemas.openxmlformats.org/drawingml/2006/table">
            <a:tbl>
              <a:tblPr/>
              <a:tblGrid>
                <a:gridCol w="1456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3">
            <a:extLst>
              <a:ext uri="{FF2B5EF4-FFF2-40B4-BE49-F238E27FC236}">
                <a16:creationId xmlns:a16="http://schemas.microsoft.com/office/drawing/2014/main" id="{0062BA82-33D6-E73B-1591-D0DF8AB0FB89}"/>
              </a:ext>
            </a:extLst>
          </p:cNvPr>
          <p:cNvSpPr txBox="1"/>
          <p:nvPr/>
        </p:nvSpPr>
        <p:spPr>
          <a:xfrm>
            <a:off x="706056" y="3815016"/>
            <a:ext cx="2743200" cy="1600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CRITICAL alert is SOFTWARE_SERVICE_PERSISTENCE and the HIGH alert is USB_RELATED_SOFTWARE_INSTALL; both come from correlation. "Other" = NO_RECENT_OS_UPDATE and the two correlated alerts.</a:t>
            </a: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2979D1-9011-1EC3-3D63-EA9ECD71EBFB}"/>
              </a:ext>
            </a:extLst>
          </p:cNvPr>
          <p:cNvSpPr txBox="1"/>
          <p:nvPr/>
        </p:nvSpPr>
        <p:spPr>
          <a:xfrm>
            <a:off x="578734" y="713452"/>
            <a:ext cx="4178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/>
                </a:solidFill>
              </a:rPr>
              <a:t>Results: Alerts</a:t>
            </a:r>
          </a:p>
        </p:txBody>
      </p:sp>
    </p:spTree>
    <p:extLst>
      <p:ext uri="{BB962C8B-B14F-4D97-AF65-F5344CB8AC3E}">
        <p14:creationId xmlns:p14="http://schemas.microsoft.com/office/powerpoint/2010/main" val="3220067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04827A16-8B7F-0C46-997F-D48B25BB8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observations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EDA8A38-8D72-DF40-6AB5-2AA445A493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076446"/>
            <a:ext cx="6858000" cy="52877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What I observed from the results</a:t>
            </a:r>
          </a:p>
          <a:p>
            <a:pPr lvl="0"/>
            <a:r>
              <a:rPr lang="en-IN" b="1" dirty="0"/>
              <a:t>Event 7045</a:t>
            </a:r>
            <a:r>
              <a:rPr lang="en-IN" dirty="0"/>
              <a:t> was the most common event</a:t>
            </a:r>
          </a:p>
          <a:p>
            <a:pPr lvl="0"/>
            <a:r>
              <a:rPr lang="en-IN" dirty="0"/>
              <a:t>Application Hang and Application Crash events were also frequent</a:t>
            </a:r>
          </a:p>
          <a:p>
            <a:pPr lvl="0"/>
            <a:r>
              <a:rPr lang="en-IN" dirty="0"/>
              <a:t>Most alerts were </a:t>
            </a:r>
            <a:r>
              <a:rPr lang="en-IN" b="1" dirty="0"/>
              <a:t>LOW or MEDIUM</a:t>
            </a:r>
            <a:endParaRPr lang="en-IN" dirty="0"/>
          </a:p>
          <a:p>
            <a:pPr lvl="0"/>
            <a:r>
              <a:rPr lang="en-IN" dirty="0"/>
              <a:t>No Security-channel logs were stored in this dataset</a:t>
            </a:r>
          </a:p>
          <a:p>
            <a:pPr lvl="0"/>
            <a:r>
              <a:rPr lang="en-IN" dirty="0"/>
              <a:t>70 programs were flagged as unregistered because the allowlist was empty</a:t>
            </a:r>
          </a:p>
          <a:p>
            <a:pPr lvl="0"/>
            <a:r>
              <a:rPr lang="en-IN" dirty="0"/>
              <a:t>Correlation successfully identified software + service and USB + software patterns</a:t>
            </a:r>
          </a:p>
          <a:p>
            <a:r>
              <a:rPr lang="en-IN" dirty="0"/>
              <a:t>The results show that the system can detect and organize real endpoint activity.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B396F-0FFF-E9CD-3A6F-7A1F3C1A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411708BD-CDE1-9241-00C3-0CF2B85795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9" r="28409"/>
          <a:stretch>
            <a:fillRect/>
          </a:stretch>
        </p:blipFill>
        <p:spPr>
          <a:xfrm>
            <a:off x="7060557" y="578734"/>
            <a:ext cx="4587874" cy="5785490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900419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BE99-A82B-C008-F0C1-98F364FF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54" y="520573"/>
            <a:ext cx="4691019" cy="1042009"/>
          </a:xfrm>
        </p:spPr>
        <p:txBody>
          <a:bodyPr>
            <a:normAutofit/>
          </a:bodyPr>
          <a:lstStyle/>
          <a:p>
            <a:r>
              <a:rPr lang="en-IN" sz="4000" dirty="0"/>
              <a:t>TESTING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9EFA285F-6CCA-3BF7-57C4-D73FFA27CAE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6" r="19496"/>
          <a:stretch>
            <a:fillRect/>
          </a:stretch>
        </p:blipFill>
        <p:spPr>
          <a:xfrm>
            <a:off x="424054" y="1675703"/>
            <a:ext cx="4265780" cy="4661724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1FF40-BF23-2CFE-F9CD-AD245C08BBF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IN" dirty="0"/>
              <a:t>I created </a:t>
            </a:r>
            <a:r>
              <a:rPr lang="en-IN" b="1" dirty="0"/>
              <a:t>4 unit tests</a:t>
            </a:r>
            <a:r>
              <a:rPr lang="en-IN" dirty="0"/>
              <a:t> for important endpoint rules.</a:t>
            </a:r>
          </a:p>
          <a:p>
            <a:r>
              <a:rPr lang="en-IN" dirty="0"/>
              <a:t>The tests cover:</a:t>
            </a:r>
          </a:p>
          <a:p>
            <a:pPr lvl="0"/>
            <a:r>
              <a:rPr lang="en-IN" dirty="0"/>
              <a:t>Time-change severity</a:t>
            </a:r>
          </a:p>
          <a:p>
            <a:pPr lvl="0"/>
            <a:r>
              <a:rPr lang="en-IN" dirty="0"/>
              <a:t>Software allowlist behaviour</a:t>
            </a:r>
          </a:p>
          <a:p>
            <a:pPr lvl="0"/>
            <a:r>
              <a:rPr lang="en-IN" dirty="0"/>
              <a:t>Browser </a:t>
            </a:r>
            <a:r>
              <a:rPr lang="en-IN" b="1" dirty="0"/>
              <a:t>UNKNOWN</a:t>
            </a:r>
            <a:r>
              <a:rPr lang="en-IN" dirty="0"/>
              <a:t> handling</a:t>
            </a:r>
          </a:p>
          <a:p>
            <a:pPr lvl="0"/>
            <a:r>
              <a:rPr lang="en-IN" dirty="0"/>
              <a:t>Port inventory</a:t>
            </a:r>
          </a:p>
          <a:p>
            <a:r>
              <a:rPr lang="en-IN" dirty="0"/>
              <a:t>Command used:</a:t>
            </a:r>
          </a:p>
          <a:p>
            <a:r>
              <a:rPr lang="en-IN" dirty="0"/>
              <a:t>python -m unittest discover -s tests -v</a:t>
            </a:r>
          </a:p>
          <a:p>
            <a:r>
              <a:rPr lang="en-IN" dirty="0"/>
              <a:t>The current tests mainly cover individual rules. Integration and security testing can be added later.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BBD1E-4870-5AC7-8F95-30159928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506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6A29D-68EB-CF2D-A887-421A8608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5" y="677539"/>
            <a:ext cx="3827439" cy="2169833"/>
          </a:xfrm>
        </p:spPr>
        <p:txBody>
          <a:bodyPr/>
          <a:lstStyle/>
          <a:p>
            <a:r>
              <a:rPr lang="en-IN" dirty="0"/>
              <a:t>LIMITATIONS &amp; </a:t>
            </a:r>
            <a:r>
              <a:rPr lang="en-IN" noProof="0" dirty="0"/>
              <a:t>SECURITy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42249-713E-1833-230E-2C75DA407C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7195" y="775503"/>
            <a:ext cx="6924730" cy="5561923"/>
          </a:xfrm>
        </p:spPr>
        <p:txBody>
          <a:bodyPr>
            <a:normAutofit/>
          </a:bodyPr>
          <a:lstStyle/>
          <a:p>
            <a:r>
              <a:rPr lang="en-IN" sz="2000" b="1" dirty="0"/>
              <a:t>Current Limitations</a:t>
            </a:r>
          </a:p>
          <a:p>
            <a:pPr lvl="0"/>
            <a:r>
              <a:rPr lang="en-IN" sz="2000" dirty="0"/>
              <a:t>Tested on </a:t>
            </a:r>
            <a:r>
              <a:rPr lang="en-IN" sz="2000" b="1" dirty="0"/>
              <a:t>one Windows machine</a:t>
            </a:r>
            <a:endParaRPr lang="en-IN" sz="2000" dirty="0"/>
          </a:p>
          <a:p>
            <a:pPr lvl="0"/>
            <a:r>
              <a:rPr lang="en-IN" sz="2000" dirty="0"/>
              <a:t>Rule-based detection only</a:t>
            </a:r>
          </a:p>
          <a:p>
            <a:pPr lvl="0"/>
            <a:r>
              <a:rPr lang="en-IN" sz="2000" dirty="0"/>
              <a:t>No machine learning</a:t>
            </a:r>
          </a:p>
          <a:p>
            <a:pPr lvl="0"/>
            <a:r>
              <a:rPr lang="en-IN" sz="2000" dirty="0"/>
              <a:t>Security-channel rules need more validation</a:t>
            </a:r>
          </a:p>
          <a:p>
            <a:pPr lvl="0"/>
            <a:r>
              <a:rPr lang="en-IN" sz="2000" dirty="0"/>
              <a:t>Firewall events require Windows auditing</a:t>
            </a:r>
          </a:p>
          <a:p>
            <a:pPr lvl="0"/>
            <a:r>
              <a:rPr lang="en-IN" sz="2000" dirty="0"/>
              <a:t>SSO/MFA/Syslog/Webhooks are not fully connected</a:t>
            </a:r>
          </a:p>
          <a:p>
            <a:pPr lvl="0"/>
            <a:r>
              <a:rPr lang="en-IN" sz="2000" dirty="0"/>
              <a:t>Standalone version has no login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EAED3-4402-3857-7F64-60E88AA3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20</a:t>
            </a:fld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D4B838D-BE73-4689-6E91-673B81E762BC}"/>
              </a:ext>
            </a:extLst>
          </p:cNvPr>
          <p:cNvSpPr txBox="1">
            <a:spLocks/>
          </p:cNvSpPr>
          <p:nvPr/>
        </p:nvSpPr>
        <p:spPr>
          <a:xfrm>
            <a:off x="770635" y="2012815"/>
            <a:ext cx="6561138" cy="2612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1D2CA0E-867E-24E7-445B-ED7EF6F69EC0}"/>
              </a:ext>
            </a:extLst>
          </p:cNvPr>
          <p:cNvSpPr txBox="1">
            <a:spLocks/>
          </p:cNvSpPr>
          <p:nvPr/>
        </p:nvSpPr>
        <p:spPr>
          <a:xfrm>
            <a:off x="296074" y="3669175"/>
            <a:ext cx="4461121" cy="1750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Security Note</a:t>
            </a:r>
          </a:p>
          <a:p>
            <a:r>
              <a:rPr lang="en-IN" sz="2000" dirty="0"/>
              <a:t>The SQLite database contains system and security information, so it must be properly protected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06829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3C57EAEF-B529-5483-FA32-1EE81290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370389"/>
            <a:ext cx="5796007" cy="685777"/>
          </a:xfrm>
        </p:spPr>
        <p:txBody>
          <a:bodyPr>
            <a:normAutofit/>
          </a:bodyPr>
          <a:lstStyle/>
          <a:p>
            <a:r>
              <a:rPr lang="en-IN" sz="3200" dirty="0"/>
              <a:t>FUTURE SCOPE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9E649278-0FAB-CA87-DBE2-856B07412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273214"/>
            <a:ext cx="11630196" cy="500026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 can improve the system by adding:</a:t>
            </a:r>
          </a:p>
          <a:p>
            <a:pPr lvl="0"/>
            <a:r>
              <a:rPr lang="en-IN" dirty="0"/>
              <a:t>Security-channel test data</a:t>
            </a:r>
          </a:p>
          <a:p>
            <a:pPr lvl="0"/>
            <a:r>
              <a:rPr lang="en-IN" dirty="0"/>
              <a:t>Monitoring for multiple endpoints</a:t>
            </a:r>
          </a:p>
          <a:p>
            <a:pPr lvl="0"/>
            <a:r>
              <a:rPr lang="en-IN" dirty="0"/>
              <a:t>Centralized server</a:t>
            </a:r>
          </a:p>
          <a:p>
            <a:pPr lvl="0"/>
            <a:r>
              <a:rPr lang="en-IN" dirty="0"/>
              <a:t>Working Syslog/Webhook integration</a:t>
            </a:r>
          </a:p>
          <a:p>
            <a:pPr lvl="0"/>
            <a:r>
              <a:rPr lang="en-IN" dirty="0"/>
              <a:t>Threat-intelligence feeds</a:t>
            </a:r>
          </a:p>
          <a:p>
            <a:pPr lvl="0"/>
            <a:r>
              <a:rPr lang="en-IN" dirty="0"/>
              <a:t>Real MFA/SSO</a:t>
            </a:r>
          </a:p>
          <a:p>
            <a:pPr lvl="0"/>
            <a:r>
              <a:rPr lang="en-IN" dirty="0"/>
              <a:t>Process monitoring</a:t>
            </a:r>
          </a:p>
          <a:p>
            <a:pPr lvl="0"/>
            <a:r>
              <a:rPr lang="en-IN" dirty="0"/>
              <a:t>PostgreSQL database</a:t>
            </a:r>
          </a:p>
          <a:p>
            <a:pPr lvl="0"/>
            <a:r>
              <a:rPr lang="en-IN" dirty="0"/>
              <a:t>More integration tests</a:t>
            </a:r>
          </a:p>
          <a:p>
            <a:pPr lvl="0"/>
            <a:r>
              <a:rPr lang="en-IN" dirty="0"/>
              <a:t>Anomaly detection</a:t>
            </a:r>
          </a:p>
          <a:p>
            <a:r>
              <a:rPr lang="en-IN" dirty="0"/>
              <a:t>The goal is to move the project closer to a </a:t>
            </a:r>
            <a:r>
              <a:rPr lang="en-IN" b="1" dirty="0"/>
              <a:t>real-world SOC platform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B018E-DD36-4D8B-A881-B2224FB7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D324DA3-AA32-7264-6B08-10062D6E2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792" y="949124"/>
            <a:ext cx="6620719" cy="469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39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B70B-FC50-E0AC-E1DC-A47DA44C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1" y="-218054"/>
            <a:ext cx="10427965" cy="1572291"/>
          </a:xfrm>
        </p:spPr>
        <p:txBody>
          <a:bodyPr>
            <a:normAutofit/>
          </a:bodyPr>
          <a:lstStyle/>
          <a:p>
            <a:r>
              <a:rPr lang="en-IN" sz="36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3E7E-46D3-63B7-74C6-7C67260C5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197551"/>
            <a:ext cx="11579406" cy="497175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I developed a Windows-based SIEM and SOC console that:</a:t>
            </a:r>
          </a:p>
          <a:p>
            <a:r>
              <a:rPr lang="en-IN" b="1" dirty="0"/>
              <a:t>Collects → Detects → Correlates → Alerts → Reports</a:t>
            </a:r>
            <a:endParaRPr lang="en-IN" dirty="0"/>
          </a:p>
          <a:p>
            <a:r>
              <a:rPr lang="en-IN" dirty="0"/>
              <a:t>The system successfully collected Windows logs and endpoint information and presented them through a single web console.</a:t>
            </a:r>
          </a:p>
          <a:p>
            <a:r>
              <a:rPr lang="en-IN" dirty="0"/>
              <a:t>It gave me practical experience with:</a:t>
            </a:r>
          </a:p>
          <a:p>
            <a:pPr lvl="0"/>
            <a:r>
              <a:rPr lang="en-IN" dirty="0"/>
              <a:t>Windows Event Logs</a:t>
            </a:r>
          </a:p>
          <a:p>
            <a:pPr lvl="0"/>
            <a:r>
              <a:rPr lang="en-IN" dirty="0"/>
              <a:t>SIEM concepts</a:t>
            </a:r>
          </a:p>
          <a:p>
            <a:pPr lvl="0"/>
            <a:r>
              <a:rPr lang="en-IN" dirty="0"/>
              <a:t>Python</a:t>
            </a:r>
          </a:p>
          <a:p>
            <a:pPr lvl="0"/>
            <a:r>
              <a:rPr lang="en-IN" dirty="0"/>
              <a:t>Flask</a:t>
            </a:r>
          </a:p>
          <a:p>
            <a:pPr lvl="0"/>
            <a:r>
              <a:rPr lang="en-IN" dirty="0"/>
              <a:t>SQLite</a:t>
            </a:r>
          </a:p>
          <a:p>
            <a:pPr lvl="0"/>
            <a:r>
              <a:rPr lang="en-IN" dirty="0"/>
              <a:t>Security monitoring</a:t>
            </a:r>
          </a:p>
          <a:p>
            <a:r>
              <a:rPr lang="en-IN" dirty="0"/>
              <a:t>One important point I learned is that </a:t>
            </a:r>
            <a:r>
              <a:rPr lang="en-IN" b="1" dirty="0"/>
              <a:t>an alert indicates something that needs investigation; it does not automatically mean the system is compromised.</a:t>
            </a:r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90E00-EAF4-0B68-D871-8EB0B7FA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27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6A05D8E-BA1C-154C-B34A-670C18E1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28" y="1905808"/>
            <a:ext cx="7914087" cy="2062262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5E191D0-C7FD-FAC4-737F-D8E3A3CA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3183038"/>
            <a:ext cx="8122431" cy="1570065"/>
          </a:xfrm>
        </p:spPr>
        <p:txBody>
          <a:bodyPr>
            <a:normAutofit/>
          </a:bodyPr>
          <a:lstStyle/>
          <a:p>
            <a:r>
              <a:rPr lang="en-IN" b="1" dirty="0"/>
              <a:t>Y Nishanth Reddy</a:t>
            </a:r>
            <a:br>
              <a:rPr lang="en-IN" dirty="0"/>
            </a:br>
            <a:r>
              <a:rPr lang="en-IN" dirty="0"/>
              <a:t>B.Tech – Cyber Security</a:t>
            </a:r>
            <a:br>
              <a:rPr lang="en-IN" dirty="0"/>
            </a:br>
            <a:r>
              <a:rPr lang="en-IN" dirty="0"/>
              <a:t>Sreenidhi Institute of Science &amp;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E8B32-78F7-A4BE-50C9-E67A12A7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33742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oasis presentation</Template>
  <TotalTime>184</TotalTime>
  <Words>1441</Words>
  <Application>Microsoft Office PowerPoint</Application>
  <PresentationFormat>Widescreen</PresentationFormat>
  <Paragraphs>340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Neue Haas Grotesk Text Pro</vt:lpstr>
      <vt:lpstr>OasisVTI</vt:lpstr>
      <vt:lpstr>Windows Endpoint SIEM and SOC Console</vt:lpstr>
      <vt:lpstr> ConTENTS </vt:lpstr>
      <vt:lpstr>Introduction</vt:lpstr>
      <vt:lpstr>PowerPoint Presentation</vt:lpstr>
      <vt:lpstr>Technology  stack </vt:lpstr>
      <vt:lpstr>System architecture</vt:lpstr>
      <vt:lpstr>Main modules</vt:lpstr>
      <vt:lpstr>EVENT COLLECTION</vt:lpstr>
      <vt:lpstr>PowerPoint Presentation</vt:lpstr>
      <vt:lpstr>New service detection</vt:lpstr>
      <vt:lpstr>Correlation rules</vt:lpstr>
      <vt:lpstr>Endpoint Monitoring </vt:lpstr>
      <vt:lpstr>PowerPoint Presentation</vt:lpstr>
      <vt:lpstr>Web Console Pages</vt:lpstr>
      <vt:lpstr>ALERT HANDLING &amp; REPORTS </vt:lpstr>
      <vt:lpstr>PowerPoint Presentation</vt:lpstr>
      <vt:lpstr>PowerPoint Presentation</vt:lpstr>
      <vt:lpstr>observations</vt:lpstr>
      <vt:lpstr>TESTING</vt:lpstr>
      <vt:lpstr>LIMITATIONS &amp; SECURITy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Reddy</dc:creator>
  <cp:lastModifiedBy>Nandini Reddy</cp:lastModifiedBy>
  <cp:revision>1</cp:revision>
  <dcterms:created xsi:type="dcterms:W3CDTF">2026-10-04T19:16:01Z</dcterms:created>
  <dcterms:modified xsi:type="dcterms:W3CDTF">2026-10-04T22:23:48Z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